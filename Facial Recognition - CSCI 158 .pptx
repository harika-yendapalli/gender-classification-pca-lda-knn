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Roboto"/>
      <p:regular r:id="rId18"/>
      <p:bold r:id="rId19"/>
      <p:italic r:id="rId20"/>
      <p:boldItalic r:id="rId21"/>
    </p:embeddedFont>
    <p:embeddedFont>
      <p:font typeface="Fira Sans Extra Condensed Medium"/>
      <p:regular r:id="rId22"/>
      <p:bold r:id="rId23"/>
      <p:italic r:id="rId24"/>
      <p:boldItalic r:id="rId25"/>
    </p:embeddedFont>
    <p:embeddedFont>
      <p:font typeface="Livvic"/>
      <p:regular r:id="rId26"/>
      <p:bold r:id="rId27"/>
      <p:italic r:id="rId28"/>
      <p:boldItalic r:id="rId29"/>
    </p:embeddedFont>
    <p:embeddedFont>
      <p:font typeface="Catamaran Light"/>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FiraSansExtraCondensedMedium-regular.fntdata"/><Relationship Id="rId21" Type="http://schemas.openxmlformats.org/officeDocument/2006/relationships/font" Target="fonts/Roboto-boldItalic.fntdata"/><Relationship Id="rId24" Type="http://schemas.openxmlformats.org/officeDocument/2006/relationships/font" Target="fonts/FiraSansExtraCondensedMedium-italic.fntdata"/><Relationship Id="rId23" Type="http://schemas.openxmlformats.org/officeDocument/2006/relationships/font" Target="fonts/FiraSansExtraCondensed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vvic-regular.fntdata"/><Relationship Id="rId25" Type="http://schemas.openxmlformats.org/officeDocument/2006/relationships/font" Target="fonts/FiraSansExtraCondensedMedium-boldItalic.fntdata"/><Relationship Id="rId28" Type="http://schemas.openxmlformats.org/officeDocument/2006/relationships/font" Target="fonts/Livvic-italic.fntdata"/><Relationship Id="rId27" Type="http://schemas.openxmlformats.org/officeDocument/2006/relationships/font" Target="fonts/Livvic-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vvic-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tamaranLight-bold.fntdata"/><Relationship Id="rId30" Type="http://schemas.openxmlformats.org/officeDocument/2006/relationships/font" Target="fonts/CatamaranLight-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Clr>
                <a:schemeClr val="dk1"/>
              </a:buClr>
              <a:buSzPts val="1100"/>
              <a:buChar char="-"/>
            </a:pPr>
            <a:r>
              <a:rPr lang="en">
                <a:solidFill>
                  <a:schemeClr val="dk1"/>
                </a:solidFill>
              </a:rPr>
              <a:t>“Hey everyone, I’m Darpan Attri, and I’m here with Harika Yendapalli. Today we’re going to talk about something that’s both really cool and surprisingly complex — using facial recognition to predict gender. We’ve looked at how different methods work, from traditional techniques like PCA and LDA to newer stuff like deep learning. So let’s jump into 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5275" lvl="0" marL="457200" rtl="0" algn="l">
              <a:lnSpc>
                <a:spcPct val="100000"/>
              </a:lnSpc>
              <a:spcBef>
                <a:spcPts val="0"/>
              </a:spcBef>
              <a:spcAft>
                <a:spcPts val="0"/>
              </a:spcAft>
              <a:buClr>
                <a:srgbClr val="3C4043"/>
              </a:buClr>
              <a:buSzPts val="1050"/>
              <a:buFont typeface="Roboto"/>
              <a:buChar char="-"/>
            </a:pPr>
            <a:r>
              <a:rPr lang="en" sz="1050">
                <a:solidFill>
                  <a:srgbClr val="3C4043"/>
                </a:solidFill>
                <a:latin typeface="Roboto"/>
                <a:ea typeface="Roboto"/>
                <a:cs typeface="Roboto"/>
                <a:sym typeface="Roboto"/>
              </a:rPr>
              <a:t>“So why even bother with gender classification? Well, it’s used in tons of places — from security systems to targeted advertising to understanding audience demographics. It’s non-invasive, quick, and works with just a face image. But it’s not as easy as it sounds. Lighting, face angle, even someone’s age can throw the system off. That’s why we explored different approaches to figure out what works best.”</a:t>
            </a:r>
            <a:endParaRPr sz="1050">
              <a:solidFill>
                <a:srgbClr val="3C4043"/>
              </a:solidFill>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52b422507_1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52b422507_1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the general flow: We start with a face image, clean it through preprocessing, and then extract important features using PCA and LDA. These features are passed to a classifier — in our case, k-NN — to predict the gender.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solidFill>
                  <a:schemeClr val="dk1"/>
                </a:solidFill>
              </a:rPr>
              <a:t>“Diving into these a little more — </a:t>
            </a:r>
            <a:r>
              <a:rPr b="1" lang="en">
                <a:solidFill>
                  <a:schemeClr val="dk1"/>
                </a:solidFill>
              </a:rPr>
              <a:t>PCA</a:t>
            </a:r>
            <a:r>
              <a:rPr lang="en">
                <a:solidFill>
                  <a:schemeClr val="dk1"/>
                </a:solidFill>
              </a:rPr>
              <a:t>, or Principal Component Analysis, helps reduce the size of our data while keeping the important stuff. It’s like compressing an image without losing quality. Then </a:t>
            </a:r>
            <a:r>
              <a:rPr b="1" lang="en">
                <a:solidFill>
                  <a:schemeClr val="dk1"/>
                </a:solidFill>
              </a:rPr>
              <a:t>LDA</a:t>
            </a:r>
            <a:r>
              <a:rPr lang="en">
                <a:solidFill>
                  <a:schemeClr val="dk1"/>
                </a:solidFill>
              </a:rPr>
              <a:t>, or Linear Discriminant Analysis, figures out what actually separates male and female faces.. And </a:t>
            </a:r>
            <a:r>
              <a:rPr b="1" lang="en">
                <a:solidFill>
                  <a:schemeClr val="dk1"/>
                </a:solidFill>
              </a:rPr>
              <a:t>k-NN</a:t>
            </a:r>
            <a:r>
              <a:rPr lang="en">
                <a:solidFill>
                  <a:schemeClr val="dk1"/>
                </a:solidFill>
              </a:rPr>
              <a:t>? which compares the input face with previously labeled faces to predict gender. These three work really well together and are pretty easy to implement.”</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“And when we combine them — PCA followed by LDA, then k-NN — we get a pipeline that’s super efficient and surprisingly accurate. In the papers we looked at, this combo hit </a:t>
            </a:r>
            <a:r>
              <a:rPr b="1" lang="en">
                <a:solidFill>
                  <a:schemeClr val="dk1"/>
                </a:solidFill>
              </a:rPr>
              <a:t>90 to 94% accuracy</a:t>
            </a:r>
            <a:r>
              <a:rPr lang="en">
                <a:solidFill>
                  <a:schemeClr val="dk1"/>
                </a:solidFill>
              </a:rPr>
              <a:t>, especially on datasets like FERET. We also tested it ourselves on a balanced dataset of 100 images — 50 male, 50 female — and the results were solid. It’s a great setup when you don’t have a lot of computing power.”</a:t>
            </a: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52b422507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52b422507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“Another approach is to use the actual shape of the face — things like distances between the eyes or the outline of the jaw. These geometry-based techniques can work really well in controlled environments where lighting and pose don’t change much. But they need precise detection of facial points, so they’re a bit sensitive — like, if someone’s face is slightly turned or partially covered, the accuracy can drop.”</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381000" rtl="0" algn="l">
              <a:lnSpc>
                <a:spcPct val="115000"/>
              </a:lnSpc>
              <a:spcBef>
                <a:spcPts val="1200"/>
              </a:spcBef>
              <a:spcAft>
                <a:spcPts val="0"/>
              </a:spcAft>
              <a:buClr>
                <a:schemeClr val="dk1"/>
              </a:buClr>
              <a:buSzPts val="1100"/>
              <a:buChar char="-"/>
            </a:pPr>
            <a:r>
              <a:rPr i="1" lang="en">
                <a:solidFill>
                  <a:schemeClr val="dk1"/>
                </a:solidFill>
              </a:rPr>
              <a:t>“Texture-based techniques offer a different approach. </a:t>
            </a:r>
            <a:r>
              <a:rPr b="1" i="1" lang="en">
                <a:solidFill>
                  <a:schemeClr val="dk1"/>
                </a:solidFill>
              </a:rPr>
              <a:t>LBP</a:t>
            </a:r>
            <a:r>
              <a:rPr i="1" lang="en">
                <a:solidFill>
                  <a:schemeClr val="dk1"/>
                </a:solidFill>
              </a:rPr>
              <a:t>, or Local Binary Patterns, and </a:t>
            </a:r>
            <a:r>
              <a:rPr b="1" i="1" lang="en">
                <a:solidFill>
                  <a:schemeClr val="dk1"/>
                </a:solidFill>
              </a:rPr>
              <a:t>LPQ</a:t>
            </a:r>
            <a:r>
              <a:rPr i="1" lang="en">
                <a:solidFill>
                  <a:schemeClr val="dk1"/>
                </a:solidFill>
              </a:rPr>
              <a:t>, Local Phase Quantization, focus on subtle skin textures — like wrinkles or fine lines — that can vary between genders.”</a:t>
            </a:r>
            <a:endParaRPr i="1">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i="1" lang="en">
                <a:solidFill>
                  <a:schemeClr val="dk1"/>
                </a:solidFill>
              </a:rPr>
              <a:t>“These methods are </a:t>
            </a:r>
            <a:r>
              <a:rPr b="1" i="1" lang="en">
                <a:solidFill>
                  <a:schemeClr val="dk1"/>
                </a:solidFill>
              </a:rPr>
              <a:t>lightweight and fast</a:t>
            </a:r>
            <a:r>
              <a:rPr i="1" lang="en">
                <a:solidFill>
                  <a:schemeClr val="dk1"/>
                </a:solidFill>
              </a:rPr>
              <a:t>, and work well even with </a:t>
            </a:r>
            <a:r>
              <a:rPr b="1" i="1" lang="en">
                <a:solidFill>
                  <a:schemeClr val="dk1"/>
                </a:solidFill>
              </a:rPr>
              <a:t>smaller datasets</a:t>
            </a:r>
            <a:r>
              <a:rPr i="1" lang="en">
                <a:solidFill>
                  <a:schemeClr val="dk1"/>
                </a:solidFill>
              </a:rPr>
              <a:t>. What makes </a:t>
            </a:r>
            <a:r>
              <a:rPr b="1" i="1" lang="en">
                <a:solidFill>
                  <a:schemeClr val="dk1"/>
                </a:solidFill>
              </a:rPr>
              <a:t>LPQ</a:t>
            </a:r>
            <a:r>
              <a:rPr i="1" lang="en">
                <a:solidFill>
                  <a:schemeClr val="dk1"/>
                </a:solidFill>
              </a:rPr>
              <a:t> stand out is its </a:t>
            </a:r>
            <a:r>
              <a:rPr b="1" i="1" lang="en">
                <a:solidFill>
                  <a:schemeClr val="dk1"/>
                </a:solidFill>
              </a:rPr>
              <a:t>robustness to lighting variations</a:t>
            </a:r>
            <a:r>
              <a:rPr i="1" lang="en">
                <a:solidFill>
                  <a:schemeClr val="dk1"/>
                </a:solidFill>
              </a:rPr>
              <a:t>, which is really helpful in real-world conditions.”</a:t>
            </a:r>
            <a:endParaRPr i="1">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i="1" lang="en">
                <a:solidFill>
                  <a:schemeClr val="dk1"/>
                </a:solidFill>
              </a:rPr>
              <a:t>“When combined with PCA or LDA, they add an extra layer of detail that can boost classification accuracy without increasing complexity too much.”</a:t>
            </a:r>
            <a:endParaRPr i="1">
              <a:solidFill>
                <a:schemeClr val="dk1"/>
              </a:solidFill>
            </a:endParaRPr>
          </a:p>
          <a:p>
            <a:pPr indent="0" lvl="0" marL="0" rtl="0" algn="l">
              <a:lnSpc>
                <a:spcPct val="100000"/>
              </a:lnSpc>
              <a:spcBef>
                <a:spcPts val="1200"/>
              </a:spcBef>
              <a:spcAft>
                <a:spcPts val="0"/>
              </a:spcAft>
              <a:buSzPts val="1100"/>
              <a:buNone/>
            </a:pPr>
            <a:r>
              <a:t/>
            </a:r>
            <a:endParaRPr i="1">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solidFill>
                  <a:schemeClr val="dk1"/>
                </a:solidFill>
              </a:rPr>
              <a:t>“Then we have deep learning — and this is where things get powerful. </a:t>
            </a:r>
            <a:r>
              <a:rPr b="1" lang="en">
                <a:solidFill>
                  <a:schemeClr val="dk1"/>
                </a:solidFill>
              </a:rPr>
              <a:t>CNNs</a:t>
            </a:r>
            <a:r>
              <a:rPr lang="en">
                <a:solidFill>
                  <a:schemeClr val="dk1"/>
                </a:solidFill>
              </a:rPr>
              <a:t> like VGGNet or AlexNet don’t need you to hand-pick features — they learn everything from the data. They’re insanely accurate — up to </a:t>
            </a:r>
            <a:r>
              <a:rPr b="1" lang="en">
                <a:solidFill>
                  <a:schemeClr val="dk1"/>
                </a:solidFill>
              </a:rPr>
              <a:t>98% on datasets like IMDB-WIKI</a:t>
            </a:r>
            <a:r>
              <a:rPr lang="en">
                <a:solidFill>
                  <a:schemeClr val="dk1"/>
                </a:solidFill>
              </a:rPr>
              <a:t> — but the downside is that they need tons of data and a good GPU to run well. So while they’re great for large-scale systems, they’re not always practical for smaller or real-time applications.”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solidFill>
                  <a:schemeClr val="dk1"/>
                </a:solidFill>
              </a:rPr>
              <a:t>“Some researchers are combining 2D textures with 3D geometry to get the best of both worlds. Others use the </a:t>
            </a:r>
            <a:r>
              <a:rPr b="1" lang="en">
                <a:solidFill>
                  <a:schemeClr val="dk1"/>
                </a:solidFill>
              </a:rPr>
              <a:t>Radon transform</a:t>
            </a:r>
            <a:r>
              <a:rPr lang="en">
                <a:solidFill>
                  <a:schemeClr val="dk1"/>
                </a:solidFill>
              </a:rPr>
              <a:t>, which helps with things like rotation and pose variation. These </a:t>
            </a:r>
            <a:r>
              <a:rPr b="1" lang="en">
                <a:solidFill>
                  <a:schemeClr val="dk1"/>
                </a:solidFill>
              </a:rPr>
              <a:t>hybrid models</a:t>
            </a:r>
            <a:r>
              <a:rPr lang="en">
                <a:solidFill>
                  <a:schemeClr val="dk1"/>
                </a:solidFill>
              </a:rPr>
              <a:t> are more accurate in messy, real-world scenarios — but yeah, they’re also heavier and harder to run on the fly. They’re great for high-end systems, not so much for edge devices or mobile use.”</a:t>
            </a: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100"/>
              <a:buNone/>
            </a:pPr>
            <a:r>
              <a:rPr lang="en">
                <a:solidFill>
                  <a:schemeClr val="dk1"/>
                </a:solidFill>
              </a:rPr>
              <a:t>So if we compare all these approaches — </a:t>
            </a:r>
            <a:r>
              <a:rPr b="1" lang="en">
                <a:solidFill>
                  <a:schemeClr val="dk1"/>
                </a:solidFill>
              </a:rPr>
              <a:t>CNNs win in terms of accuracy</a:t>
            </a:r>
            <a:r>
              <a:rPr lang="en">
                <a:solidFill>
                  <a:schemeClr val="dk1"/>
                </a:solidFill>
              </a:rPr>
              <a:t>, hands down. But they’re not always the best fit if you’re limited on compute. </a:t>
            </a:r>
            <a:r>
              <a:rPr b="1" lang="en">
                <a:solidFill>
                  <a:schemeClr val="dk1"/>
                </a:solidFill>
              </a:rPr>
              <a:t>PCA + LDA with k-NN</a:t>
            </a:r>
            <a:r>
              <a:rPr lang="en">
                <a:solidFill>
                  <a:schemeClr val="dk1"/>
                </a:solidFill>
              </a:rPr>
              <a:t> gives you great results for small, balanced datasets. And </a:t>
            </a:r>
            <a:r>
              <a:rPr b="1" lang="en">
                <a:solidFill>
                  <a:schemeClr val="dk1"/>
                </a:solidFill>
              </a:rPr>
              <a:t>LBP/LPQ</a:t>
            </a:r>
            <a:r>
              <a:rPr lang="en">
                <a:solidFill>
                  <a:schemeClr val="dk1"/>
                </a:solidFill>
              </a:rPr>
              <a:t> offer that sweet middle ground — solid performance, not too heavy, and good under different lighting conditions. It really comes down to what you’re building the system for — speed, accuracy, or flexibility.”</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381000" rtl="0" algn="l">
              <a:lnSpc>
                <a:spcPct val="115000"/>
              </a:lnSpc>
              <a:spcBef>
                <a:spcPts val="1200"/>
              </a:spcBef>
              <a:spcAft>
                <a:spcPts val="0"/>
              </a:spcAft>
              <a:buClr>
                <a:schemeClr val="dk1"/>
              </a:buClr>
              <a:buSzPts val="1100"/>
              <a:buChar char="-"/>
            </a:pPr>
            <a:r>
              <a:rPr i="1" lang="en">
                <a:solidFill>
                  <a:schemeClr val="dk1"/>
                </a:solidFill>
              </a:rPr>
              <a:t>Despite the progress, there are still key challenges. One is </a:t>
            </a:r>
            <a:r>
              <a:rPr b="1" i="1" lang="en">
                <a:solidFill>
                  <a:schemeClr val="dk1"/>
                </a:solidFill>
              </a:rPr>
              <a:t>bias</a:t>
            </a:r>
            <a:r>
              <a:rPr i="1" lang="en">
                <a:solidFill>
                  <a:schemeClr val="dk1"/>
                </a:solidFill>
              </a:rPr>
              <a:t> — models trained on imbalanced data can perform poorly on underrepresented groups. Another is sensitivity to </a:t>
            </a:r>
            <a:r>
              <a:rPr b="1" i="1" lang="en">
                <a:solidFill>
                  <a:schemeClr val="dk1"/>
                </a:solidFill>
              </a:rPr>
              <a:t>lighting, pose, and occlusion</a:t>
            </a:r>
            <a:r>
              <a:rPr i="1" lang="en">
                <a:solidFill>
                  <a:schemeClr val="dk1"/>
                </a:solidFill>
              </a:rPr>
              <a:t>, which still affect accuracy in real-world use.”</a:t>
            </a:r>
            <a:endParaRPr i="1">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i="1" lang="en">
                <a:solidFill>
                  <a:schemeClr val="dk1"/>
                </a:solidFill>
              </a:rPr>
              <a:t>“Recent research is working on </a:t>
            </a:r>
            <a:r>
              <a:rPr b="1" i="1" lang="en">
                <a:solidFill>
                  <a:schemeClr val="dk1"/>
                </a:solidFill>
              </a:rPr>
              <a:t>fairer training methods</a:t>
            </a:r>
            <a:r>
              <a:rPr i="1" lang="en">
                <a:solidFill>
                  <a:schemeClr val="dk1"/>
                </a:solidFill>
              </a:rPr>
              <a:t>, smarter </a:t>
            </a:r>
            <a:r>
              <a:rPr b="1" i="1" lang="en">
                <a:solidFill>
                  <a:schemeClr val="dk1"/>
                </a:solidFill>
              </a:rPr>
              <a:t>data augmentation</a:t>
            </a:r>
            <a:r>
              <a:rPr i="1" lang="en">
                <a:solidFill>
                  <a:schemeClr val="dk1"/>
                </a:solidFill>
              </a:rPr>
              <a:t>, and </a:t>
            </a:r>
            <a:r>
              <a:rPr b="1" i="1" lang="en">
                <a:solidFill>
                  <a:schemeClr val="dk1"/>
                </a:solidFill>
              </a:rPr>
              <a:t>lightweight deep models</a:t>
            </a:r>
            <a:r>
              <a:rPr i="1" lang="en">
                <a:solidFill>
                  <a:schemeClr val="dk1"/>
                </a:solidFill>
              </a:rPr>
              <a:t> that are easier to deploy on devices with limited resources.”</a:t>
            </a:r>
            <a:endParaRPr i="1">
              <a:solidFill>
                <a:schemeClr val="dk1"/>
              </a:solidFill>
            </a:endParaRPr>
          </a:p>
          <a:p>
            <a:pPr indent="-298450" lvl="0" marL="457200" marR="381000" rtl="0" algn="l">
              <a:lnSpc>
                <a:spcPct val="115000"/>
              </a:lnSpc>
              <a:spcBef>
                <a:spcPts val="0"/>
              </a:spcBef>
              <a:spcAft>
                <a:spcPts val="0"/>
              </a:spcAft>
              <a:buClr>
                <a:schemeClr val="dk1"/>
              </a:buClr>
              <a:buSzPts val="1100"/>
              <a:buChar char="-"/>
            </a:pPr>
            <a:r>
              <a:rPr i="1" lang="en">
                <a:solidFill>
                  <a:schemeClr val="dk1"/>
                </a:solidFill>
              </a:rPr>
              <a:t>“The future is moving toward systems that are not just accurate, but also </a:t>
            </a:r>
            <a:r>
              <a:rPr b="1" i="1" lang="en">
                <a:solidFill>
                  <a:schemeClr val="dk1"/>
                </a:solidFill>
              </a:rPr>
              <a:t>inclusive, efficient, and reliable in diverse environments</a:t>
            </a:r>
            <a:r>
              <a:rPr i="1" lang="en">
                <a:solidFill>
                  <a:schemeClr val="dk1"/>
                </a:solidFill>
              </a:rPr>
              <a:t>.”</a:t>
            </a:r>
            <a:endParaRPr i="1">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i="1" lang="en">
                <a:solidFill>
                  <a:schemeClr val="dk1"/>
                </a:solidFill>
              </a:rPr>
              <a:t>“Alright, that’s our presentation! Thanks so much for listening — we really enjoyed diving into this topic. Let us know if you have any questions or thoughts. We’d love to hear what you think.”</a:t>
            </a:r>
            <a:endParaRPr i="1">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slide">
  <p:cSld name="CUSTOM_7">
    <p:spTree>
      <p:nvGrpSpPr>
        <p:cNvPr id="8" name="Shape 8"/>
        <p:cNvGrpSpPr/>
        <p:nvPr/>
      </p:nvGrpSpPr>
      <p:grpSpPr>
        <a:xfrm>
          <a:off x="0" y="0"/>
          <a:ext cx="0" cy="0"/>
          <a:chOff x="0" y="0"/>
          <a:chExt cx="0" cy="0"/>
        </a:xfrm>
      </p:grpSpPr>
      <p:sp>
        <p:nvSpPr>
          <p:cNvPr id="9" name="Google Shape;9;p2"/>
          <p:cNvSpPr txBox="1"/>
          <p:nvPr>
            <p:ph type="ctrTitle"/>
          </p:nvPr>
        </p:nvSpPr>
        <p:spPr>
          <a:xfrm>
            <a:off x="1039575" y="1701225"/>
            <a:ext cx="4592400" cy="1782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Clr>
                <a:srgbClr val="434343"/>
              </a:buClr>
              <a:buSzPts val="4800"/>
              <a:buNone/>
              <a:defRPr sz="4800">
                <a:solidFill>
                  <a:srgbClr val="434343"/>
                </a:solidFill>
              </a:defRPr>
            </a:lvl2pPr>
            <a:lvl3pPr lvl="2" algn="l">
              <a:lnSpc>
                <a:spcPct val="100000"/>
              </a:lnSpc>
              <a:spcBef>
                <a:spcPts val="0"/>
              </a:spcBef>
              <a:spcAft>
                <a:spcPts val="0"/>
              </a:spcAft>
              <a:buClr>
                <a:srgbClr val="434343"/>
              </a:buClr>
              <a:buSzPts val="4800"/>
              <a:buNone/>
              <a:defRPr sz="4800">
                <a:solidFill>
                  <a:srgbClr val="434343"/>
                </a:solidFill>
              </a:defRPr>
            </a:lvl3pPr>
            <a:lvl4pPr lvl="3" algn="l">
              <a:lnSpc>
                <a:spcPct val="100000"/>
              </a:lnSpc>
              <a:spcBef>
                <a:spcPts val="0"/>
              </a:spcBef>
              <a:spcAft>
                <a:spcPts val="0"/>
              </a:spcAft>
              <a:buClr>
                <a:srgbClr val="434343"/>
              </a:buClr>
              <a:buSzPts val="4800"/>
              <a:buNone/>
              <a:defRPr sz="4800">
                <a:solidFill>
                  <a:srgbClr val="434343"/>
                </a:solidFill>
              </a:defRPr>
            </a:lvl4pPr>
            <a:lvl5pPr lvl="4" algn="l">
              <a:lnSpc>
                <a:spcPct val="100000"/>
              </a:lnSpc>
              <a:spcBef>
                <a:spcPts val="0"/>
              </a:spcBef>
              <a:spcAft>
                <a:spcPts val="0"/>
              </a:spcAft>
              <a:buClr>
                <a:srgbClr val="434343"/>
              </a:buClr>
              <a:buSzPts val="4800"/>
              <a:buNone/>
              <a:defRPr sz="4800">
                <a:solidFill>
                  <a:srgbClr val="434343"/>
                </a:solidFill>
              </a:defRPr>
            </a:lvl5pPr>
            <a:lvl6pPr lvl="5" algn="l">
              <a:lnSpc>
                <a:spcPct val="100000"/>
              </a:lnSpc>
              <a:spcBef>
                <a:spcPts val="0"/>
              </a:spcBef>
              <a:spcAft>
                <a:spcPts val="0"/>
              </a:spcAft>
              <a:buClr>
                <a:srgbClr val="434343"/>
              </a:buClr>
              <a:buSzPts val="4800"/>
              <a:buNone/>
              <a:defRPr sz="4800">
                <a:solidFill>
                  <a:srgbClr val="434343"/>
                </a:solidFill>
              </a:defRPr>
            </a:lvl6pPr>
            <a:lvl7pPr lvl="6" algn="l">
              <a:lnSpc>
                <a:spcPct val="100000"/>
              </a:lnSpc>
              <a:spcBef>
                <a:spcPts val="0"/>
              </a:spcBef>
              <a:spcAft>
                <a:spcPts val="0"/>
              </a:spcAft>
              <a:buClr>
                <a:srgbClr val="434343"/>
              </a:buClr>
              <a:buSzPts val="4800"/>
              <a:buNone/>
              <a:defRPr sz="4800">
                <a:solidFill>
                  <a:srgbClr val="434343"/>
                </a:solidFill>
              </a:defRPr>
            </a:lvl7pPr>
            <a:lvl8pPr lvl="7" algn="l">
              <a:lnSpc>
                <a:spcPct val="100000"/>
              </a:lnSpc>
              <a:spcBef>
                <a:spcPts val="0"/>
              </a:spcBef>
              <a:spcAft>
                <a:spcPts val="0"/>
              </a:spcAft>
              <a:buClr>
                <a:srgbClr val="434343"/>
              </a:buClr>
              <a:buSzPts val="4800"/>
              <a:buNone/>
              <a:defRPr sz="4800">
                <a:solidFill>
                  <a:srgbClr val="434343"/>
                </a:solidFill>
              </a:defRPr>
            </a:lvl8pPr>
            <a:lvl9pPr lvl="8" algn="l">
              <a:lnSpc>
                <a:spcPct val="100000"/>
              </a:lnSpc>
              <a:spcBef>
                <a:spcPts val="0"/>
              </a:spcBef>
              <a:spcAft>
                <a:spcPts val="0"/>
              </a:spcAft>
              <a:buClr>
                <a:srgbClr val="434343"/>
              </a:buClr>
              <a:buSzPts val="4800"/>
              <a:buNone/>
              <a:defRPr sz="4800">
                <a:solidFill>
                  <a:srgbClr val="434343"/>
                </a:solidFill>
              </a:defRPr>
            </a:lvl9pPr>
          </a:lstStyle>
          <a:p/>
        </p:txBody>
      </p:sp>
      <p:sp>
        <p:nvSpPr>
          <p:cNvPr id="10" name="Google Shape;10;p2"/>
          <p:cNvSpPr txBox="1"/>
          <p:nvPr>
            <p:ph idx="1" type="subTitle"/>
          </p:nvPr>
        </p:nvSpPr>
        <p:spPr>
          <a:xfrm>
            <a:off x="1039575" y="3206400"/>
            <a:ext cx="2402100" cy="71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000000"/>
              </a:buClr>
              <a:buSzPts val="1200"/>
              <a:buNone/>
              <a:defRPr>
                <a:solidFill>
                  <a:srgbClr val="000000"/>
                </a:solidFill>
              </a:defRPr>
            </a:lvl1pPr>
            <a:lvl2pPr lvl="1" algn="l">
              <a:lnSpc>
                <a:spcPct val="100000"/>
              </a:lnSpc>
              <a:spcBef>
                <a:spcPts val="0"/>
              </a:spcBef>
              <a:spcAft>
                <a:spcPts val="0"/>
              </a:spcAft>
              <a:buClr>
                <a:srgbClr val="434343"/>
              </a:buClr>
              <a:buSzPts val="2800"/>
              <a:buNone/>
              <a:defRPr sz="2800">
                <a:solidFill>
                  <a:srgbClr val="434343"/>
                </a:solidFill>
              </a:defRPr>
            </a:lvl2pPr>
            <a:lvl3pPr lvl="2" algn="l">
              <a:lnSpc>
                <a:spcPct val="100000"/>
              </a:lnSpc>
              <a:spcBef>
                <a:spcPts val="0"/>
              </a:spcBef>
              <a:spcAft>
                <a:spcPts val="0"/>
              </a:spcAft>
              <a:buClr>
                <a:srgbClr val="434343"/>
              </a:buClr>
              <a:buSzPts val="2800"/>
              <a:buNone/>
              <a:defRPr sz="2800">
                <a:solidFill>
                  <a:srgbClr val="434343"/>
                </a:solidFill>
              </a:defRPr>
            </a:lvl3pPr>
            <a:lvl4pPr lvl="3" algn="l">
              <a:lnSpc>
                <a:spcPct val="100000"/>
              </a:lnSpc>
              <a:spcBef>
                <a:spcPts val="0"/>
              </a:spcBef>
              <a:spcAft>
                <a:spcPts val="0"/>
              </a:spcAft>
              <a:buClr>
                <a:srgbClr val="434343"/>
              </a:buClr>
              <a:buSzPts val="2800"/>
              <a:buNone/>
              <a:defRPr sz="2800">
                <a:solidFill>
                  <a:srgbClr val="434343"/>
                </a:solidFill>
              </a:defRPr>
            </a:lvl4pPr>
            <a:lvl5pPr lvl="4" algn="l">
              <a:lnSpc>
                <a:spcPct val="100000"/>
              </a:lnSpc>
              <a:spcBef>
                <a:spcPts val="0"/>
              </a:spcBef>
              <a:spcAft>
                <a:spcPts val="0"/>
              </a:spcAft>
              <a:buClr>
                <a:srgbClr val="434343"/>
              </a:buClr>
              <a:buSzPts val="2800"/>
              <a:buNone/>
              <a:defRPr sz="2800">
                <a:solidFill>
                  <a:srgbClr val="434343"/>
                </a:solidFill>
              </a:defRPr>
            </a:lvl5pPr>
            <a:lvl6pPr lvl="5" algn="l">
              <a:lnSpc>
                <a:spcPct val="100000"/>
              </a:lnSpc>
              <a:spcBef>
                <a:spcPts val="0"/>
              </a:spcBef>
              <a:spcAft>
                <a:spcPts val="0"/>
              </a:spcAft>
              <a:buClr>
                <a:srgbClr val="434343"/>
              </a:buClr>
              <a:buSzPts val="2800"/>
              <a:buNone/>
              <a:defRPr sz="2800">
                <a:solidFill>
                  <a:srgbClr val="434343"/>
                </a:solidFill>
              </a:defRPr>
            </a:lvl6pPr>
            <a:lvl7pPr lvl="6" algn="l">
              <a:lnSpc>
                <a:spcPct val="100000"/>
              </a:lnSpc>
              <a:spcBef>
                <a:spcPts val="0"/>
              </a:spcBef>
              <a:spcAft>
                <a:spcPts val="0"/>
              </a:spcAft>
              <a:buClr>
                <a:srgbClr val="434343"/>
              </a:buClr>
              <a:buSzPts val="2800"/>
              <a:buNone/>
              <a:defRPr sz="2800">
                <a:solidFill>
                  <a:srgbClr val="434343"/>
                </a:solidFill>
              </a:defRPr>
            </a:lvl7pPr>
            <a:lvl8pPr lvl="7" algn="l">
              <a:lnSpc>
                <a:spcPct val="100000"/>
              </a:lnSpc>
              <a:spcBef>
                <a:spcPts val="0"/>
              </a:spcBef>
              <a:spcAft>
                <a:spcPts val="0"/>
              </a:spcAft>
              <a:buClr>
                <a:srgbClr val="434343"/>
              </a:buClr>
              <a:buSzPts val="2800"/>
              <a:buNone/>
              <a:defRPr sz="2800">
                <a:solidFill>
                  <a:srgbClr val="434343"/>
                </a:solidFill>
              </a:defRPr>
            </a:lvl8pPr>
            <a:lvl9pPr lvl="8" algn="l">
              <a:lnSpc>
                <a:spcPct val="100000"/>
              </a:lnSpc>
              <a:spcBef>
                <a:spcPts val="0"/>
              </a:spcBef>
              <a:spcAft>
                <a:spcPts val="0"/>
              </a:spcAft>
              <a:buClr>
                <a:srgbClr val="434343"/>
              </a:buClr>
              <a:buSzPts val="2800"/>
              <a:buNone/>
              <a:defRPr sz="2800">
                <a:solidFill>
                  <a:srgbClr val="434343"/>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14">
    <p:spTree>
      <p:nvGrpSpPr>
        <p:cNvPr id="11" name="Shape 11"/>
        <p:cNvGrpSpPr/>
        <p:nvPr/>
      </p:nvGrpSpPr>
      <p:grpSpPr>
        <a:xfrm>
          <a:off x="0" y="0"/>
          <a:ext cx="0" cy="0"/>
          <a:chOff x="0" y="0"/>
          <a:chExt cx="0" cy="0"/>
        </a:xfrm>
      </p:grpSpPr>
      <p:sp>
        <p:nvSpPr>
          <p:cNvPr id="12" name="Google Shape;12;p3"/>
          <p:cNvSpPr txBox="1"/>
          <p:nvPr>
            <p:ph type="ctrTitle"/>
          </p:nvPr>
        </p:nvSpPr>
        <p:spPr>
          <a:xfrm>
            <a:off x="5432000" y="710675"/>
            <a:ext cx="2888100" cy="20541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Clr>
                <a:srgbClr val="000000"/>
              </a:buClr>
              <a:buSzPts val="1600"/>
              <a:buNone/>
              <a:defRPr sz="1600">
                <a:solidFill>
                  <a:srgbClr val="000000"/>
                </a:solidFill>
              </a:defRPr>
            </a:lvl2pPr>
            <a:lvl3pPr lvl="2" algn="r">
              <a:lnSpc>
                <a:spcPct val="100000"/>
              </a:lnSpc>
              <a:spcBef>
                <a:spcPts val="0"/>
              </a:spcBef>
              <a:spcAft>
                <a:spcPts val="0"/>
              </a:spcAft>
              <a:buClr>
                <a:srgbClr val="000000"/>
              </a:buClr>
              <a:buSzPts val="1600"/>
              <a:buNone/>
              <a:defRPr sz="1600">
                <a:solidFill>
                  <a:srgbClr val="000000"/>
                </a:solidFill>
              </a:defRPr>
            </a:lvl3pPr>
            <a:lvl4pPr lvl="3" algn="r">
              <a:lnSpc>
                <a:spcPct val="100000"/>
              </a:lnSpc>
              <a:spcBef>
                <a:spcPts val="0"/>
              </a:spcBef>
              <a:spcAft>
                <a:spcPts val="0"/>
              </a:spcAft>
              <a:buClr>
                <a:srgbClr val="000000"/>
              </a:buClr>
              <a:buSzPts val="1600"/>
              <a:buNone/>
              <a:defRPr sz="1600">
                <a:solidFill>
                  <a:srgbClr val="000000"/>
                </a:solidFill>
              </a:defRPr>
            </a:lvl4pPr>
            <a:lvl5pPr lvl="4" algn="r">
              <a:lnSpc>
                <a:spcPct val="100000"/>
              </a:lnSpc>
              <a:spcBef>
                <a:spcPts val="0"/>
              </a:spcBef>
              <a:spcAft>
                <a:spcPts val="0"/>
              </a:spcAft>
              <a:buClr>
                <a:srgbClr val="000000"/>
              </a:buClr>
              <a:buSzPts val="1600"/>
              <a:buNone/>
              <a:defRPr sz="1600">
                <a:solidFill>
                  <a:srgbClr val="000000"/>
                </a:solidFill>
              </a:defRPr>
            </a:lvl5pPr>
            <a:lvl6pPr lvl="5" algn="r">
              <a:lnSpc>
                <a:spcPct val="100000"/>
              </a:lnSpc>
              <a:spcBef>
                <a:spcPts val="0"/>
              </a:spcBef>
              <a:spcAft>
                <a:spcPts val="0"/>
              </a:spcAft>
              <a:buClr>
                <a:srgbClr val="000000"/>
              </a:buClr>
              <a:buSzPts val="1600"/>
              <a:buNone/>
              <a:defRPr sz="1600">
                <a:solidFill>
                  <a:srgbClr val="000000"/>
                </a:solidFill>
              </a:defRPr>
            </a:lvl6pPr>
            <a:lvl7pPr lvl="6" algn="r">
              <a:lnSpc>
                <a:spcPct val="100000"/>
              </a:lnSpc>
              <a:spcBef>
                <a:spcPts val="0"/>
              </a:spcBef>
              <a:spcAft>
                <a:spcPts val="0"/>
              </a:spcAft>
              <a:buClr>
                <a:srgbClr val="000000"/>
              </a:buClr>
              <a:buSzPts val="1600"/>
              <a:buNone/>
              <a:defRPr sz="1600">
                <a:solidFill>
                  <a:srgbClr val="000000"/>
                </a:solidFill>
              </a:defRPr>
            </a:lvl7pPr>
            <a:lvl8pPr lvl="7" algn="r">
              <a:lnSpc>
                <a:spcPct val="100000"/>
              </a:lnSpc>
              <a:spcBef>
                <a:spcPts val="0"/>
              </a:spcBef>
              <a:spcAft>
                <a:spcPts val="0"/>
              </a:spcAft>
              <a:buClr>
                <a:srgbClr val="000000"/>
              </a:buClr>
              <a:buSzPts val="1600"/>
              <a:buNone/>
              <a:defRPr sz="1600">
                <a:solidFill>
                  <a:srgbClr val="000000"/>
                </a:solidFill>
              </a:defRPr>
            </a:lvl8pPr>
            <a:lvl9pPr lvl="8" algn="r">
              <a:lnSpc>
                <a:spcPct val="100000"/>
              </a:lnSpc>
              <a:spcBef>
                <a:spcPts val="0"/>
              </a:spcBef>
              <a:spcAft>
                <a:spcPts val="0"/>
              </a:spcAft>
              <a:buClr>
                <a:srgbClr val="000000"/>
              </a:buClr>
              <a:buSzPts val="1600"/>
              <a:buNone/>
              <a:defRPr sz="1600">
                <a:solidFill>
                  <a:srgbClr val="000000"/>
                </a:solidFill>
              </a:defRPr>
            </a:lvl9pPr>
          </a:lstStyle>
          <a:p/>
        </p:txBody>
      </p:sp>
      <p:sp>
        <p:nvSpPr>
          <p:cNvPr id="13" name="Google Shape;13;p3"/>
          <p:cNvSpPr txBox="1"/>
          <p:nvPr>
            <p:ph idx="1" type="subTitle"/>
          </p:nvPr>
        </p:nvSpPr>
        <p:spPr>
          <a:xfrm>
            <a:off x="5363550" y="2724625"/>
            <a:ext cx="2956500" cy="1784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2">
    <p:spTree>
      <p:nvGrpSpPr>
        <p:cNvPr id="14" name="Shape 14"/>
        <p:cNvGrpSpPr/>
        <p:nvPr/>
      </p:nvGrpSpPr>
      <p:grpSpPr>
        <a:xfrm>
          <a:off x="0" y="0"/>
          <a:ext cx="0" cy="0"/>
          <a:chOff x="0" y="0"/>
          <a:chExt cx="0" cy="0"/>
        </a:xfrm>
      </p:grpSpPr>
      <p:sp>
        <p:nvSpPr>
          <p:cNvPr id="15" name="Google Shape;15;p4"/>
          <p:cNvSpPr txBox="1"/>
          <p:nvPr>
            <p:ph type="ctrTitle"/>
          </p:nvPr>
        </p:nvSpPr>
        <p:spPr>
          <a:xfrm>
            <a:off x="3423902" y="387473"/>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6" name="Google Shape;16;p4"/>
          <p:cNvSpPr txBox="1"/>
          <p:nvPr>
            <p:ph idx="1" type="subTitle"/>
          </p:nvPr>
        </p:nvSpPr>
        <p:spPr>
          <a:xfrm>
            <a:off x="3423900" y="802521"/>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17" name="Google Shape;17;p4"/>
          <p:cNvSpPr txBox="1"/>
          <p:nvPr>
            <p:ph idx="2" type="title"/>
          </p:nvPr>
        </p:nvSpPr>
        <p:spPr>
          <a:xfrm>
            <a:off x="2023007" y="654113"/>
            <a:ext cx="17391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18" name="Google Shape;18;p4"/>
          <p:cNvSpPr txBox="1"/>
          <p:nvPr>
            <p:ph idx="3" type="ctrTitle"/>
          </p:nvPr>
        </p:nvSpPr>
        <p:spPr>
          <a:xfrm>
            <a:off x="3425264" y="1224286"/>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9" name="Google Shape;19;p4"/>
          <p:cNvSpPr txBox="1"/>
          <p:nvPr>
            <p:ph idx="4" type="subTitle"/>
          </p:nvPr>
        </p:nvSpPr>
        <p:spPr>
          <a:xfrm>
            <a:off x="3425259" y="1638859"/>
            <a:ext cx="19767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0" name="Google Shape;20;p4"/>
          <p:cNvSpPr txBox="1"/>
          <p:nvPr>
            <p:ph idx="5" type="title"/>
          </p:nvPr>
        </p:nvSpPr>
        <p:spPr>
          <a:xfrm>
            <a:off x="2023007" y="1488788"/>
            <a:ext cx="16152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21" name="Google Shape;21;p4"/>
          <p:cNvSpPr txBox="1"/>
          <p:nvPr>
            <p:ph idx="6" type="ctrTitle"/>
          </p:nvPr>
        </p:nvSpPr>
        <p:spPr>
          <a:xfrm>
            <a:off x="3427999" y="2061098"/>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2" name="Google Shape;22;p4"/>
          <p:cNvSpPr txBox="1"/>
          <p:nvPr>
            <p:ph idx="7" type="subTitle"/>
          </p:nvPr>
        </p:nvSpPr>
        <p:spPr>
          <a:xfrm>
            <a:off x="3427997" y="2475197"/>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3" name="Google Shape;23;p4"/>
          <p:cNvSpPr txBox="1"/>
          <p:nvPr>
            <p:ph idx="8" type="title"/>
          </p:nvPr>
        </p:nvSpPr>
        <p:spPr>
          <a:xfrm>
            <a:off x="2023007" y="2323463"/>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24" name="Google Shape;24;p4"/>
          <p:cNvSpPr txBox="1"/>
          <p:nvPr>
            <p:ph idx="9" type="ctrTitle"/>
          </p:nvPr>
        </p:nvSpPr>
        <p:spPr>
          <a:xfrm rot="5400000">
            <a:off x="6601629" y="1646270"/>
            <a:ext cx="29133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5" name="Google Shape;25;p4"/>
          <p:cNvSpPr txBox="1"/>
          <p:nvPr>
            <p:ph idx="13" type="ctrTitle"/>
          </p:nvPr>
        </p:nvSpPr>
        <p:spPr>
          <a:xfrm>
            <a:off x="3427999" y="2897911"/>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6" name="Google Shape;26;p4"/>
          <p:cNvSpPr txBox="1"/>
          <p:nvPr>
            <p:ph idx="14" type="subTitle"/>
          </p:nvPr>
        </p:nvSpPr>
        <p:spPr>
          <a:xfrm>
            <a:off x="3427997" y="3311534"/>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27" name="Google Shape;27;p4"/>
          <p:cNvSpPr txBox="1"/>
          <p:nvPr>
            <p:ph idx="15" type="title"/>
          </p:nvPr>
        </p:nvSpPr>
        <p:spPr>
          <a:xfrm>
            <a:off x="2023007" y="3158138"/>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
        <p:nvSpPr>
          <p:cNvPr id="28" name="Google Shape;28;p4"/>
          <p:cNvSpPr txBox="1"/>
          <p:nvPr>
            <p:ph idx="16" type="ctrTitle"/>
          </p:nvPr>
        </p:nvSpPr>
        <p:spPr>
          <a:xfrm>
            <a:off x="3427999" y="3734723"/>
            <a:ext cx="22518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29" name="Google Shape;29;p4"/>
          <p:cNvSpPr txBox="1"/>
          <p:nvPr>
            <p:ph idx="17" type="subTitle"/>
          </p:nvPr>
        </p:nvSpPr>
        <p:spPr>
          <a:xfrm>
            <a:off x="3427997" y="4147872"/>
            <a:ext cx="1906500" cy="57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30" name="Google Shape;30;p4"/>
          <p:cNvSpPr txBox="1"/>
          <p:nvPr>
            <p:ph idx="18" type="title"/>
          </p:nvPr>
        </p:nvSpPr>
        <p:spPr>
          <a:xfrm>
            <a:off x="2023007" y="3992813"/>
            <a:ext cx="1573500" cy="577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lgn="l">
              <a:lnSpc>
                <a:spcPct val="100000"/>
              </a:lnSpc>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s 1">
  <p:cSld name="CUSTOM_27_1_1">
    <p:spTree>
      <p:nvGrpSpPr>
        <p:cNvPr id="31" name="Shape 31"/>
        <p:cNvGrpSpPr/>
        <p:nvPr/>
      </p:nvGrpSpPr>
      <p:grpSpPr>
        <a:xfrm>
          <a:off x="0" y="0"/>
          <a:ext cx="0" cy="0"/>
          <a:chOff x="0" y="0"/>
          <a:chExt cx="0" cy="0"/>
        </a:xfrm>
      </p:grpSpPr>
      <p:sp>
        <p:nvSpPr>
          <p:cNvPr id="32" name="Google Shape;32;p5"/>
          <p:cNvSpPr txBox="1"/>
          <p:nvPr>
            <p:ph type="ctrTitle"/>
          </p:nvPr>
        </p:nvSpPr>
        <p:spPr>
          <a:xfrm>
            <a:off x="631875" y="842025"/>
            <a:ext cx="287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3" name="Google Shape;33;p5"/>
          <p:cNvSpPr txBox="1"/>
          <p:nvPr>
            <p:ph idx="1" type="subTitle"/>
          </p:nvPr>
        </p:nvSpPr>
        <p:spPr>
          <a:xfrm>
            <a:off x="631884" y="1410841"/>
            <a:ext cx="2480700" cy="537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34" name="Google Shape;34;p5"/>
          <p:cNvSpPr txBox="1"/>
          <p:nvPr>
            <p:ph idx="2" type="ctrTitle"/>
          </p:nvPr>
        </p:nvSpPr>
        <p:spPr>
          <a:xfrm>
            <a:off x="4213664" y="842025"/>
            <a:ext cx="26979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5" name="Google Shape;35;p5"/>
          <p:cNvSpPr txBox="1"/>
          <p:nvPr>
            <p:ph idx="3" type="subTitle"/>
          </p:nvPr>
        </p:nvSpPr>
        <p:spPr>
          <a:xfrm>
            <a:off x="4213664" y="1410841"/>
            <a:ext cx="2586000" cy="74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36" name="Google Shape;36;p5"/>
          <p:cNvSpPr txBox="1"/>
          <p:nvPr>
            <p:ph idx="4" type="ctrTitle"/>
          </p:nvPr>
        </p:nvSpPr>
        <p:spPr>
          <a:xfrm>
            <a:off x="631883" y="3331927"/>
            <a:ext cx="287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37" name="Google Shape;37;p5"/>
          <p:cNvSpPr txBox="1"/>
          <p:nvPr>
            <p:ph idx="5" type="subTitle"/>
          </p:nvPr>
        </p:nvSpPr>
        <p:spPr>
          <a:xfrm>
            <a:off x="631884" y="3914208"/>
            <a:ext cx="2480700" cy="94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38" name="Google Shape;38;p5"/>
          <p:cNvSpPr txBox="1"/>
          <p:nvPr>
            <p:ph idx="6" type="ctrTitle"/>
          </p:nvPr>
        </p:nvSpPr>
        <p:spPr>
          <a:xfrm rot="5400000">
            <a:off x="6685437" y="1646270"/>
            <a:ext cx="29133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 name="Google Shape;39;p5"/>
          <p:cNvSpPr txBox="1"/>
          <p:nvPr>
            <p:ph idx="7" type="ctrTitle"/>
          </p:nvPr>
        </p:nvSpPr>
        <p:spPr>
          <a:xfrm>
            <a:off x="4213664" y="3331934"/>
            <a:ext cx="25860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0" name="Google Shape;40;p5"/>
          <p:cNvSpPr txBox="1"/>
          <p:nvPr>
            <p:ph idx="8" type="subTitle"/>
          </p:nvPr>
        </p:nvSpPr>
        <p:spPr>
          <a:xfrm>
            <a:off x="4213664" y="3914208"/>
            <a:ext cx="2586000" cy="745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CUSTOM_31">
    <p:spTree>
      <p:nvGrpSpPr>
        <p:cNvPr id="41" name="Shape 41"/>
        <p:cNvGrpSpPr/>
        <p:nvPr/>
      </p:nvGrpSpPr>
      <p:grpSpPr>
        <a:xfrm>
          <a:off x="0" y="0"/>
          <a:ext cx="0" cy="0"/>
          <a:chOff x="0" y="0"/>
          <a:chExt cx="0" cy="0"/>
        </a:xfrm>
      </p:grpSpPr>
      <p:sp>
        <p:nvSpPr>
          <p:cNvPr id="42" name="Google Shape;42;p6"/>
          <p:cNvSpPr txBox="1"/>
          <p:nvPr>
            <p:ph type="ctrTitle"/>
          </p:nvPr>
        </p:nvSpPr>
        <p:spPr>
          <a:xfrm rot="5400000">
            <a:off x="6603595" y="1930225"/>
            <a:ext cx="3481200" cy="487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3">
    <p:spTree>
      <p:nvGrpSpPr>
        <p:cNvPr id="43" name="Shape 43"/>
        <p:cNvGrpSpPr/>
        <p:nvPr/>
      </p:nvGrpSpPr>
      <p:grpSpPr>
        <a:xfrm>
          <a:off x="0" y="0"/>
          <a:ext cx="0" cy="0"/>
          <a:chOff x="0" y="0"/>
          <a:chExt cx="0" cy="0"/>
        </a:xfrm>
      </p:grpSpPr>
      <p:sp>
        <p:nvSpPr>
          <p:cNvPr id="44" name="Google Shape;44;p7"/>
          <p:cNvSpPr txBox="1"/>
          <p:nvPr>
            <p:ph type="title"/>
          </p:nvPr>
        </p:nvSpPr>
        <p:spPr>
          <a:xfrm>
            <a:off x="672375" y="1432475"/>
            <a:ext cx="3498000" cy="8967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Clr>
                <a:srgbClr val="000000"/>
              </a:buClr>
              <a:buSzPts val="2800"/>
              <a:buNone/>
              <a:defRPr/>
            </a:lvl1pPr>
            <a:lvl2pPr lvl="1" algn="l">
              <a:lnSpc>
                <a:spcPct val="100000"/>
              </a:lnSpc>
              <a:spcBef>
                <a:spcPts val="0"/>
              </a:spcBef>
              <a:spcAft>
                <a:spcPts val="0"/>
              </a:spcAft>
              <a:buClr>
                <a:srgbClr val="000000"/>
              </a:buClr>
              <a:buSzPts val="2800"/>
              <a:buNone/>
              <a:defRPr>
                <a:solidFill>
                  <a:srgbClr val="000000"/>
                </a:solidFill>
              </a:defRPr>
            </a:lvl2pPr>
            <a:lvl3pPr lvl="2" algn="l">
              <a:lnSpc>
                <a:spcPct val="100000"/>
              </a:lnSpc>
              <a:spcBef>
                <a:spcPts val="0"/>
              </a:spcBef>
              <a:spcAft>
                <a:spcPts val="0"/>
              </a:spcAft>
              <a:buClr>
                <a:srgbClr val="000000"/>
              </a:buClr>
              <a:buSzPts val="2800"/>
              <a:buNone/>
              <a:defRPr>
                <a:solidFill>
                  <a:srgbClr val="000000"/>
                </a:solidFill>
              </a:defRPr>
            </a:lvl3pPr>
            <a:lvl4pPr lvl="3" algn="l">
              <a:lnSpc>
                <a:spcPct val="100000"/>
              </a:lnSpc>
              <a:spcBef>
                <a:spcPts val="0"/>
              </a:spcBef>
              <a:spcAft>
                <a:spcPts val="0"/>
              </a:spcAft>
              <a:buClr>
                <a:srgbClr val="000000"/>
              </a:buClr>
              <a:buSzPts val="2800"/>
              <a:buNone/>
              <a:defRPr>
                <a:solidFill>
                  <a:srgbClr val="000000"/>
                </a:solidFill>
              </a:defRPr>
            </a:lvl4pPr>
            <a:lvl5pPr lvl="4" algn="l">
              <a:lnSpc>
                <a:spcPct val="100000"/>
              </a:lnSpc>
              <a:spcBef>
                <a:spcPts val="0"/>
              </a:spcBef>
              <a:spcAft>
                <a:spcPts val="0"/>
              </a:spcAft>
              <a:buClr>
                <a:srgbClr val="000000"/>
              </a:buClr>
              <a:buSzPts val="2800"/>
              <a:buNone/>
              <a:defRPr>
                <a:solidFill>
                  <a:srgbClr val="000000"/>
                </a:solidFill>
              </a:defRPr>
            </a:lvl5pPr>
            <a:lvl6pPr lvl="5" algn="l">
              <a:lnSpc>
                <a:spcPct val="100000"/>
              </a:lnSpc>
              <a:spcBef>
                <a:spcPts val="0"/>
              </a:spcBef>
              <a:spcAft>
                <a:spcPts val="0"/>
              </a:spcAft>
              <a:buClr>
                <a:srgbClr val="000000"/>
              </a:buClr>
              <a:buSzPts val="2800"/>
              <a:buNone/>
              <a:defRPr>
                <a:solidFill>
                  <a:srgbClr val="000000"/>
                </a:solidFill>
              </a:defRPr>
            </a:lvl6pPr>
            <a:lvl7pPr lvl="6" algn="l">
              <a:lnSpc>
                <a:spcPct val="100000"/>
              </a:lnSpc>
              <a:spcBef>
                <a:spcPts val="0"/>
              </a:spcBef>
              <a:spcAft>
                <a:spcPts val="0"/>
              </a:spcAft>
              <a:buClr>
                <a:srgbClr val="000000"/>
              </a:buClr>
              <a:buSzPts val="2800"/>
              <a:buNone/>
              <a:defRPr>
                <a:solidFill>
                  <a:srgbClr val="000000"/>
                </a:solidFill>
              </a:defRPr>
            </a:lvl7pPr>
            <a:lvl8pPr lvl="7" algn="l">
              <a:lnSpc>
                <a:spcPct val="100000"/>
              </a:lnSpc>
              <a:spcBef>
                <a:spcPts val="0"/>
              </a:spcBef>
              <a:spcAft>
                <a:spcPts val="0"/>
              </a:spcAft>
              <a:buClr>
                <a:srgbClr val="000000"/>
              </a:buClr>
              <a:buSzPts val="2800"/>
              <a:buNone/>
              <a:defRPr>
                <a:solidFill>
                  <a:srgbClr val="000000"/>
                </a:solidFill>
              </a:defRPr>
            </a:lvl8pPr>
            <a:lvl9pPr lvl="8" algn="l">
              <a:lnSpc>
                <a:spcPct val="100000"/>
              </a:lnSpc>
              <a:spcBef>
                <a:spcPts val="0"/>
              </a:spcBef>
              <a:spcAft>
                <a:spcPts val="0"/>
              </a:spcAft>
              <a:buClr>
                <a:srgbClr val="000000"/>
              </a:buClr>
              <a:buSzPts val="2800"/>
              <a:buNone/>
              <a:defRPr>
                <a:solidFill>
                  <a:srgbClr val="000000"/>
                </a:solidFill>
              </a:defRPr>
            </a:lvl9pPr>
          </a:lstStyle>
          <a:p/>
        </p:txBody>
      </p:sp>
      <p:sp>
        <p:nvSpPr>
          <p:cNvPr id="45" name="Google Shape;45;p7"/>
          <p:cNvSpPr txBox="1"/>
          <p:nvPr>
            <p:ph idx="1" type="subTitle"/>
          </p:nvPr>
        </p:nvSpPr>
        <p:spPr>
          <a:xfrm flipH="1">
            <a:off x="1667175" y="2154225"/>
            <a:ext cx="2503200" cy="1170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200"/>
              <a:buNone/>
              <a:defRPr>
                <a:solidFill>
                  <a:srgbClr val="434343"/>
                </a:solidFill>
              </a:defRPr>
            </a:lvl1pPr>
            <a:lvl2pPr lvl="1" algn="l">
              <a:lnSpc>
                <a:spcPct val="100000"/>
              </a:lnSpc>
              <a:spcBef>
                <a:spcPts val="0"/>
              </a:spcBef>
              <a:spcAft>
                <a:spcPts val="0"/>
              </a:spcAft>
              <a:buClr>
                <a:srgbClr val="000000"/>
              </a:buClr>
              <a:buSzPts val="2800"/>
              <a:buNone/>
              <a:defRPr sz="2800">
                <a:solidFill>
                  <a:srgbClr val="000000"/>
                </a:solidFill>
              </a:defRPr>
            </a:lvl2pPr>
            <a:lvl3pPr lvl="2" algn="l">
              <a:lnSpc>
                <a:spcPct val="100000"/>
              </a:lnSpc>
              <a:spcBef>
                <a:spcPts val="0"/>
              </a:spcBef>
              <a:spcAft>
                <a:spcPts val="0"/>
              </a:spcAft>
              <a:buClr>
                <a:srgbClr val="000000"/>
              </a:buClr>
              <a:buSzPts val="2800"/>
              <a:buNone/>
              <a:defRPr sz="2800">
                <a:solidFill>
                  <a:srgbClr val="000000"/>
                </a:solidFill>
              </a:defRPr>
            </a:lvl3pPr>
            <a:lvl4pPr lvl="3" algn="l">
              <a:lnSpc>
                <a:spcPct val="100000"/>
              </a:lnSpc>
              <a:spcBef>
                <a:spcPts val="0"/>
              </a:spcBef>
              <a:spcAft>
                <a:spcPts val="0"/>
              </a:spcAft>
              <a:buClr>
                <a:srgbClr val="000000"/>
              </a:buClr>
              <a:buSzPts val="2800"/>
              <a:buNone/>
              <a:defRPr sz="2800">
                <a:solidFill>
                  <a:srgbClr val="000000"/>
                </a:solidFill>
              </a:defRPr>
            </a:lvl4pPr>
            <a:lvl5pPr lvl="4" algn="l">
              <a:lnSpc>
                <a:spcPct val="100000"/>
              </a:lnSpc>
              <a:spcBef>
                <a:spcPts val="0"/>
              </a:spcBef>
              <a:spcAft>
                <a:spcPts val="0"/>
              </a:spcAft>
              <a:buClr>
                <a:srgbClr val="000000"/>
              </a:buClr>
              <a:buSzPts val="2800"/>
              <a:buNone/>
              <a:defRPr sz="2800">
                <a:solidFill>
                  <a:srgbClr val="000000"/>
                </a:solidFill>
              </a:defRPr>
            </a:lvl5pPr>
            <a:lvl6pPr lvl="5" algn="l">
              <a:lnSpc>
                <a:spcPct val="100000"/>
              </a:lnSpc>
              <a:spcBef>
                <a:spcPts val="0"/>
              </a:spcBef>
              <a:spcAft>
                <a:spcPts val="0"/>
              </a:spcAft>
              <a:buClr>
                <a:srgbClr val="000000"/>
              </a:buClr>
              <a:buSzPts val="2800"/>
              <a:buNone/>
              <a:defRPr sz="2800">
                <a:solidFill>
                  <a:srgbClr val="000000"/>
                </a:solidFill>
              </a:defRPr>
            </a:lvl6pPr>
            <a:lvl7pPr lvl="6" algn="l">
              <a:lnSpc>
                <a:spcPct val="100000"/>
              </a:lnSpc>
              <a:spcBef>
                <a:spcPts val="0"/>
              </a:spcBef>
              <a:spcAft>
                <a:spcPts val="0"/>
              </a:spcAft>
              <a:buClr>
                <a:srgbClr val="000000"/>
              </a:buClr>
              <a:buSzPts val="2800"/>
              <a:buNone/>
              <a:defRPr sz="2800">
                <a:solidFill>
                  <a:srgbClr val="000000"/>
                </a:solidFill>
              </a:defRPr>
            </a:lvl7pPr>
            <a:lvl8pPr lvl="7" algn="l">
              <a:lnSpc>
                <a:spcPct val="100000"/>
              </a:lnSpc>
              <a:spcBef>
                <a:spcPts val="0"/>
              </a:spcBef>
              <a:spcAft>
                <a:spcPts val="0"/>
              </a:spcAft>
              <a:buClr>
                <a:srgbClr val="000000"/>
              </a:buClr>
              <a:buSzPts val="2800"/>
              <a:buNone/>
              <a:defRPr sz="2800">
                <a:solidFill>
                  <a:srgbClr val="000000"/>
                </a:solidFill>
              </a:defRPr>
            </a:lvl8pPr>
            <a:lvl9pPr lvl="8" algn="l">
              <a:lnSpc>
                <a:spcPct val="100000"/>
              </a:lnSpc>
              <a:spcBef>
                <a:spcPts val="0"/>
              </a:spcBef>
              <a:spcAft>
                <a:spcPts val="0"/>
              </a:spcAft>
              <a:buClr>
                <a:srgbClr val="000000"/>
              </a:buClr>
              <a:buSzPts val="2800"/>
              <a:buNone/>
              <a:defRPr sz="2800">
                <a:solidFill>
                  <a:srgbClr val="000000"/>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35">
    <p:spTree>
      <p:nvGrpSpPr>
        <p:cNvPr id="46" name="Shape 46"/>
        <p:cNvGrpSpPr/>
        <p:nvPr/>
      </p:nvGrpSpPr>
      <p:grpSpPr>
        <a:xfrm>
          <a:off x="0" y="0"/>
          <a:ext cx="0" cy="0"/>
          <a:chOff x="0" y="0"/>
          <a:chExt cx="0" cy="0"/>
        </a:xfrm>
      </p:grpSpPr>
      <p:sp>
        <p:nvSpPr>
          <p:cNvPr id="47" name="Google Shape;47;p8"/>
          <p:cNvSpPr txBox="1"/>
          <p:nvPr>
            <p:ph type="title"/>
          </p:nvPr>
        </p:nvSpPr>
        <p:spPr>
          <a:xfrm>
            <a:off x="3200250" y="1742750"/>
            <a:ext cx="27432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600"/>
            </a:lvl1pPr>
            <a:lvl2pPr lvl="1" algn="ctr">
              <a:lnSpc>
                <a:spcPct val="100000"/>
              </a:lnSpc>
              <a:spcBef>
                <a:spcPts val="0"/>
              </a:spcBef>
              <a:spcAft>
                <a:spcPts val="0"/>
              </a:spcAft>
              <a:buSzPts val="2800"/>
              <a:buNone/>
              <a:defRPr sz="3600">
                <a:latin typeface="Catamaran Light"/>
                <a:ea typeface="Catamaran Light"/>
                <a:cs typeface="Catamaran Light"/>
                <a:sym typeface="Catamaran Light"/>
              </a:defRPr>
            </a:lvl2pPr>
            <a:lvl3pPr lvl="2" algn="ctr">
              <a:lnSpc>
                <a:spcPct val="100000"/>
              </a:lnSpc>
              <a:spcBef>
                <a:spcPts val="0"/>
              </a:spcBef>
              <a:spcAft>
                <a:spcPts val="0"/>
              </a:spcAft>
              <a:buSzPts val="2800"/>
              <a:buNone/>
              <a:defRPr sz="3600">
                <a:latin typeface="Catamaran Light"/>
                <a:ea typeface="Catamaran Light"/>
                <a:cs typeface="Catamaran Light"/>
                <a:sym typeface="Catamaran Light"/>
              </a:defRPr>
            </a:lvl3pPr>
            <a:lvl4pPr lvl="3" algn="ctr">
              <a:lnSpc>
                <a:spcPct val="100000"/>
              </a:lnSpc>
              <a:spcBef>
                <a:spcPts val="0"/>
              </a:spcBef>
              <a:spcAft>
                <a:spcPts val="0"/>
              </a:spcAft>
              <a:buSzPts val="2800"/>
              <a:buNone/>
              <a:defRPr sz="3600">
                <a:latin typeface="Catamaran Light"/>
                <a:ea typeface="Catamaran Light"/>
                <a:cs typeface="Catamaran Light"/>
                <a:sym typeface="Catamaran Light"/>
              </a:defRPr>
            </a:lvl4pPr>
            <a:lvl5pPr lvl="4" algn="ctr">
              <a:lnSpc>
                <a:spcPct val="100000"/>
              </a:lnSpc>
              <a:spcBef>
                <a:spcPts val="0"/>
              </a:spcBef>
              <a:spcAft>
                <a:spcPts val="0"/>
              </a:spcAft>
              <a:buSzPts val="2800"/>
              <a:buNone/>
              <a:defRPr sz="3600">
                <a:latin typeface="Catamaran Light"/>
                <a:ea typeface="Catamaran Light"/>
                <a:cs typeface="Catamaran Light"/>
                <a:sym typeface="Catamaran Light"/>
              </a:defRPr>
            </a:lvl5pPr>
            <a:lvl6pPr lvl="5" algn="ctr">
              <a:lnSpc>
                <a:spcPct val="100000"/>
              </a:lnSpc>
              <a:spcBef>
                <a:spcPts val="0"/>
              </a:spcBef>
              <a:spcAft>
                <a:spcPts val="0"/>
              </a:spcAft>
              <a:buSzPts val="2800"/>
              <a:buNone/>
              <a:defRPr sz="3600">
                <a:latin typeface="Catamaran Light"/>
                <a:ea typeface="Catamaran Light"/>
                <a:cs typeface="Catamaran Light"/>
                <a:sym typeface="Catamaran Light"/>
              </a:defRPr>
            </a:lvl6pPr>
            <a:lvl7pPr lvl="6" algn="ctr">
              <a:lnSpc>
                <a:spcPct val="100000"/>
              </a:lnSpc>
              <a:spcBef>
                <a:spcPts val="0"/>
              </a:spcBef>
              <a:spcAft>
                <a:spcPts val="0"/>
              </a:spcAft>
              <a:buSzPts val="2800"/>
              <a:buNone/>
              <a:defRPr sz="3600">
                <a:latin typeface="Catamaran Light"/>
                <a:ea typeface="Catamaran Light"/>
                <a:cs typeface="Catamaran Light"/>
                <a:sym typeface="Catamaran Light"/>
              </a:defRPr>
            </a:lvl7pPr>
            <a:lvl8pPr lvl="7" algn="ctr">
              <a:lnSpc>
                <a:spcPct val="100000"/>
              </a:lnSpc>
              <a:spcBef>
                <a:spcPts val="0"/>
              </a:spcBef>
              <a:spcAft>
                <a:spcPts val="0"/>
              </a:spcAft>
              <a:buSzPts val="2800"/>
              <a:buNone/>
              <a:defRPr sz="3600">
                <a:latin typeface="Catamaran Light"/>
                <a:ea typeface="Catamaran Light"/>
                <a:cs typeface="Catamaran Light"/>
                <a:sym typeface="Catamaran Light"/>
              </a:defRPr>
            </a:lvl8pPr>
            <a:lvl9pPr lvl="8" algn="ctr">
              <a:lnSpc>
                <a:spcPct val="100000"/>
              </a:lnSpc>
              <a:spcBef>
                <a:spcPts val="0"/>
              </a:spcBef>
              <a:spcAft>
                <a:spcPts val="0"/>
              </a:spcAft>
              <a:buSzPts val="2800"/>
              <a:buNone/>
              <a:defRPr sz="3600">
                <a:latin typeface="Catamaran Light"/>
                <a:ea typeface="Catamaran Light"/>
                <a:cs typeface="Catamaran Light"/>
                <a:sym typeface="Catamaran Ligh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1">
  <p:cSld name="CUSTOM_27">
    <p:spTree>
      <p:nvGrpSpPr>
        <p:cNvPr id="48" name="Shape 48"/>
        <p:cNvGrpSpPr/>
        <p:nvPr/>
      </p:nvGrpSpPr>
      <p:grpSpPr>
        <a:xfrm>
          <a:off x="0" y="0"/>
          <a:ext cx="0" cy="0"/>
          <a:chOff x="0" y="0"/>
          <a:chExt cx="0" cy="0"/>
        </a:xfrm>
      </p:grpSpPr>
      <p:sp>
        <p:nvSpPr>
          <p:cNvPr id="49" name="Google Shape;49;p9"/>
          <p:cNvSpPr txBox="1"/>
          <p:nvPr>
            <p:ph type="ctrTitle"/>
          </p:nvPr>
        </p:nvSpPr>
        <p:spPr>
          <a:xfrm>
            <a:off x="4921575" y="2993035"/>
            <a:ext cx="18282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3F3F3"/>
              </a:buClr>
              <a:buSzPts val="1800"/>
              <a:buNone/>
              <a:defRPr sz="1800">
                <a:solidFill>
                  <a:srgbClr val="F3F3F3"/>
                </a:solidFill>
              </a:defRPr>
            </a:lvl1pPr>
            <a:lvl2pPr lvl="1" algn="l">
              <a:lnSpc>
                <a:spcPct val="100000"/>
              </a:lnSpc>
              <a:spcBef>
                <a:spcPts val="0"/>
              </a:spcBef>
              <a:spcAft>
                <a:spcPts val="0"/>
              </a:spcAft>
              <a:buClr>
                <a:srgbClr val="F3F3F3"/>
              </a:buClr>
              <a:buSzPts val="1800"/>
              <a:buNone/>
              <a:defRPr sz="1800">
                <a:solidFill>
                  <a:srgbClr val="F3F3F3"/>
                </a:solidFill>
              </a:defRPr>
            </a:lvl2pPr>
            <a:lvl3pPr lvl="2" algn="l">
              <a:lnSpc>
                <a:spcPct val="100000"/>
              </a:lnSpc>
              <a:spcBef>
                <a:spcPts val="0"/>
              </a:spcBef>
              <a:spcAft>
                <a:spcPts val="0"/>
              </a:spcAft>
              <a:buClr>
                <a:srgbClr val="F3F3F3"/>
              </a:buClr>
              <a:buSzPts val="1800"/>
              <a:buNone/>
              <a:defRPr sz="1800">
                <a:solidFill>
                  <a:srgbClr val="F3F3F3"/>
                </a:solidFill>
              </a:defRPr>
            </a:lvl3pPr>
            <a:lvl4pPr lvl="3" algn="l">
              <a:lnSpc>
                <a:spcPct val="100000"/>
              </a:lnSpc>
              <a:spcBef>
                <a:spcPts val="0"/>
              </a:spcBef>
              <a:spcAft>
                <a:spcPts val="0"/>
              </a:spcAft>
              <a:buClr>
                <a:srgbClr val="F3F3F3"/>
              </a:buClr>
              <a:buSzPts val="1800"/>
              <a:buNone/>
              <a:defRPr sz="1800">
                <a:solidFill>
                  <a:srgbClr val="F3F3F3"/>
                </a:solidFill>
              </a:defRPr>
            </a:lvl4pPr>
            <a:lvl5pPr lvl="4" algn="l">
              <a:lnSpc>
                <a:spcPct val="100000"/>
              </a:lnSpc>
              <a:spcBef>
                <a:spcPts val="0"/>
              </a:spcBef>
              <a:spcAft>
                <a:spcPts val="0"/>
              </a:spcAft>
              <a:buClr>
                <a:srgbClr val="F3F3F3"/>
              </a:buClr>
              <a:buSzPts val="1800"/>
              <a:buNone/>
              <a:defRPr sz="1800">
                <a:solidFill>
                  <a:srgbClr val="F3F3F3"/>
                </a:solidFill>
              </a:defRPr>
            </a:lvl5pPr>
            <a:lvl6pPr lvl="5" algn="l">
              <a:lnSpc>
                <a:spcPct val="100000"/>
              </a:lnSpc>
              <a:spcBef>
                <a:spcPts val="0"/>
              </a:spcBef>
              <a:spcAft>
                <a:spcPts val="0"/>
              </a:spcAft>
              <a:buClr>
                <a:srgbClr val="F3F3F3"/>
              </a:buClr>
              <a:buSzPts val="1800"/>
              <a:buNone/>
              <a:defRPr sz="1800">
                <a:solidFill>
                  <a:srgbClr val="F3F3F3"/>
                </a:solidFill>
              </a:defRPr>
            </a:lvl6pPr>
            <a:lvl7pPr lvl="6" algn="l">
              <a:lnSpc>
                <a:spcPct val="100000"/>
              </a:lnSpc>
              <a:spcBef>
                <a:spcPts val="0"/>
              </a:spcBef>
              <a:spcAft>
                <a:spcPts val="0"/>
              </a:spcAft>
              <a:buClr>
                <a:srgbClr val="F3F3F3"/>
              </a:buClr>
              <a:buSzPts val="1800"/>
              <a:buNone/>
              <a:defRPr sz="1800">
                <a:solidFill>
                  <a:srgbClr val="F3F3F3"/>
                </a:solidFill>
              </a:defRPr>
            </a:lvl7pPr>
            <a:lvl8pPr lvl="7" algn="l">
              <a:lnSpc>
                <a:spcPct val="100000"/>
              </a:lnSpc>
              <a:spcBef>
                <a:spcPts val="0"/>
              </a:spcBef>
              <a:spcAft>
                <a:spcPts val="0"/>
              </a:spcAft>
              <a:buClr>
                <a:srgbClr val="F3F3F3"/>
              </a:buClr>
              <a:buSzPts val="1800"/>
              <a:buNone/>
              <a:defRPr sz="1800">
                <a:solidFill>
                  <a:srgbClr val="F3F3F3"/>
                </a:solidFill>
              </a:defRPr>
            </a:lvl8pPr>
            <a:lvl9pPr lvl="8" algn="l">
              <a:lnSpc>
                <a:spcPct val="100000"/>
              </a:lnSpc>
              <a:spcBef>
                <a:spcPts val="0"/>
              </a:spcBef>
              <a:spcAft>
                <a:spcPts val="0"/>
              </a:spcAft>
              <a:buClr>
                <a:srgbClr val="F3F3F3"/>
              </a:buClr>
              <a:buSzPts val="1800"/>
              <a:buNone/>
              <a:defRPr sz="1800">
                <a:solidFill>
                  <a:srgbClr val="F3F3F3"/>
                </a:solidFill>
              </a:defRPr>
            </a:lvl9pPr>
          </a:lstStyle>
          <a:p/>
        </p:txBody>
      </p:sp>
      <p:sp>
        <p:nvSpPr>
          <p:cNvPr id="50" name="Google Shape;50;p9"/>
          <p:cNvSpPr txBox="1"/>
          <p:nvPr>
            <p:ph idx="1" type="subTitle"/>
          </p:nvPr>
        </p:nvSpPr>
        <p:spPr>
          <a:xfrm>
            <a:off x="4921575" y="3553810"/>
            <a:ext cx="1522200" cy="94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solidFill>
                  <a:srgbClr val="000000"/>
                </a:solidFill>
              </a:defRPr>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51" name="Google Shape;51;p9"/>
          <p:cNvSpPr txBox="1"/>
          <p:nvPr>
            <p:ph idx="2" type="ctrTitle"/>
          </p:nvPr>
        </p:nvSpPr>
        <p:spPr>
          <a:xfrm>
            <a:off x="906139" y="2993035"/>
            <a:ext cx="18282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3F3F3"/>
              </a:buClr>
              <a:buSzPts val="1800"/>
              <a:buNone/>
              <a:defRPr sz="1800">
                <a:solidFill>
                  <a:srgbClr val="F3F3F3"/>
                </a:solidFill>
              </a:defRPr>
            </a:lvl1pPr>
            <a:lvl2pPr lvl="1" algn="l">
              <a:lnSpc>
                <a:spcPct val="100000"/>
              </a:lnSpc>
              <a:spcBef>
                <a:spcPts val="0"/>
              </a:spcBef>
              <a:spcAft>
                <a:spcPts val="0"/>
              </a:spcAft>
              <a:buClr>
                <a:srgbClr val="F3F3F3"/>
              </a:buClr>
              <a:buSzPts val="1800"/>
              <a:buNone/>
              <a:defRPr sz="1800">
                <a:solidFill>
                  <a:srgbClr val="F3F3F3"/>
                </a:solidFill>
              </a:defRPr>
            </a:lvl2pPr>
            <a:lvl3pPr lvl="2" algn="l">
              <a:lnSpc>
                <a:spcPct val="100000"/>
              </a:lnSpc>
              <a:spcBef>
                <a:spcPts val="0"/>
              </a:spcBef>
              <a:spcAft>
                <a:spcPts val="0"/>
              </a:spcAft>
              <a:buClr>
                <a:srgbClr val="F3F3F3"/>
              </a:buClr>
              <a:buSzPts val="1800"/>
              <a:buNone/>
              <a:defRPr sz="1800">
                <a:solidFill>
                  <a:srgbClr val="F3F3F3"/>
                </a:solidFill>
              </a:defRPr>
            </a:lvl3pPr>
            <a:lvl4pPr lvl="3" algn="l">
              <a:lnSpc>
                <a:spcPct val="100000"/>
              </a:lnSpc>
              <a:spcBef>
                <a:spcPts val="0"/>
              </a:spcBef>
              <a:spcAft>
                <a:spcPts val="0"/>
              </a:spcAft>
              <a:buClr>
                <a:srgbClr val="F3F3F3"/>
              </a:buClr>
              <a:buSzPts val="1800"/>
              <a:buNone/>
              <a:defRPr sz="1800">
                <a:solidFill>
                  <a:srgbClr val="F3F3F3"/>
                </a:solidFill>
              </a:defRPr>
            </a:lvl4pPr>
            <a:lvl5pPr lvl="4" algn="l">
              <a:lnSpc>
                <a:spcPct val="100000"/>
              </a:lnSpc>
              <a:spcBef>
                <a:spcPts val="0"/>
              </a:spcBef>
              <a:spcAft>
                <a:spcPts val="0"/>
              </a:spcAft>
              <a:buClr>
                <a:srgbClr val="F3F3F3"/>
              </a:buClr>
              <a:buSzPts val="1800"/>
              <a:buNone/>
              <a:defRPr sz="1800">
                <a:solidFill>
                  <a:srgbClr val="F3F3F3"/>
                </a:solidFill>
              </a:defRPr>
            </a:lvl5pPr>
            <a:lvl6pPr lvl="5" algn="l">
              <a:lnSpc>
                <a:spcPct val="100000"/>
              </a:lnSpc>
              <a:spcBef>
                <a:spcPts val="0"/>
              </a:spcBef>
              <a:spcAft>
                <a:spcPts val="0"/>
              </a:spcAft>
              <a:buClr>
                <a:srgbClr val="F3F3F3"/>
              </a:buClr>
              <a:buSzPts val="1800"/>
              <a:buNone/>
              <a:defRPr sz="1800">
                <a:solidFill>
                  <a:srgbClr val="F3F3F3"/>
                </a:solidFill>
              </a:defRPr>
            </a:lvl6pPr>
            <a:lvl7pPr lvl="6" algn="l">
              <a:lnSpc>
                <a:spcPct val="100000"/>
              </a:lnSpc>
              <a:spcBef>
                <a:spcPts val="0"/>
              </a:spcBef>
              <a:spcAft>
                <a:spcPts val="0"/>
              </a:spcAft>
              <a:buClr>
                <a:srgbClr val="F3F3F3"/>
              </a:buClr>
              <a:buSzPts val="1800"/>
              <a:buNone/>
              <a:defRPr sz="1800">
                <a:solidFill>
                  <a:srgbClr val="F3F3F3"/>
                </a:solidFill>
              </a:defRPr>
            </a:lvl7pPr>
            <a:lvl8pPr lvl="7" algn="l">
              <a:lnSpc>
                <a:spcPct val="100000"/>
              </a:lnSpc>
              <a:spcBef>
                <a:spcPts val="0"/>
              </a:spcBef>
              <a:spcAft>
                <a:spcPts val="0"/>
              </a:spcAft>
              <a:buClr>
                <a:srgbClr val="F3F3F3"/>
              </a:buClr>
              <a:buSzPts val="1800"/>
              <a:buNone/>
              <a:defRPr sz="1800">
                <a:solidFill>
                  <a:srgbClr val="F3F3F3"/>
                </a:solidFill>
              </a:defRPr>
            </a:lvl8pPr>
            <a:lvl9pPr lvl="8" algn="l">
              <a:lnSpc>
                <a:spcPct val="100000"/>
              </a:lnSpc>
              <a:spcBef>
                <a:spcPts val="0"/>
              </a:spcBef>
              <a:spcAft>
                <a:spcPts val="0"/>
              </a:spcAft>
              <a:buClr>
                <a:srgbClr val="F3F3F3"/>
              </a:buClr>
              <a:buSzPts val="1800"/>
              <a:buNone/>
              <a:defRPr sz="1800">
                <a:solidFill>
                  <a:srgbClr val="F3F3F3"/>
                </a:solidFill>
              </a:defRPr>
            </a:lvl9pPr>
          </a:lstStyle>
          <a:p/>
        </p:txBody>
      </p:sp>
      <p:sp>
        <p:nvSpPr>
          <p:cNvPr id="52" name="Google Shape;52;p9"/>
          <p:cNvSpPr txBox="1"/>
          <p:nvPr>
            <p:ph idx="3" type="subTitle"/>
          </p:nvPr>
        </p:nvSpPr>
        <p:spPr>
          <a:xfrm>
            <a:off x="906139" y="3553810"/>
            <a:ext cx="1522200" cy="94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solidFill>
                  <a:srgbClr val="000000"/>
                </a:solidFill>
              </a:defRPr>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53" name="Google Shape;53;p9"/>
          <p:cNvSpPr txBox="1"/>
          <p:nvPr>
            <p:ph idx="4" type="ctrTitle"/>
          </p:nvPr>
        </p:nvSpPr>
        <p:spPr>
          <a:xfrm rot="5400000">
            <a:off x="6685437" y="1646270"/>
            <a:ext cx="29133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54" name="Google Shape;54;p9"/>
          <p:cNvSpPr txBox="1"/>
          <p:nvPr>
            <p:ph idx="5" type="ctrTitle"/>
          </p:nvPr>
        </p:nvSpPr>
        <p:spPr>
          <a:xfrm>
            <a:off x="2928557" y="2993035"/>
            <a:ext cx="17988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F3F3F3"/>
              </a:buClr>
              <a:buSzPts val="1800"/>
              <a:buNone/>
              <a:defRPr sz="1800">
                <a:solidFill>
                  <a:srgbClr val="F3F3F3"/>
                </a:solidFill>
              </a:defRPr>
            </a:lvl1pPr>
            <a:lvl2pPr lvl="1" algn="l">
              <a:lnSpc>
                <a:spcPct val="100000"/>
              </a:lnSpc>
              <a:spcBef>
                <a:spcPts val="0"/>
              </a:spcBef>
              <a:spcAft>
                <a:spcPts val="0"/>
              </a:spcAft>
              <a:buClr>
                <a:srgbClr val="F3F3F3"/>
              </a:buClr>
              <a:buSzPts val="1800"/>
              <a:buNone/>
              <a:defRPr sz="1800">
                <a:solidFill>
                  <a:srgbClr val="F3F3F3"/>
                </a:solidFill>
              </a:defRPr>
            </a:lvl2pPr>
            <a:lvl3pPr lvl="2" algn="l">
              <a:lnSpc>
                <a:spcPct val="100000"/>
              </a:lnSpc>
              <a:spcBef>
                <a:spcPts val="0"/>
              </a:spcBef>
              <a:spcAft>
                <a:spcPts val="0"/>
              </a:spcAft>
              <a:buClr>
                <a:srgbClr val="F3F3F3"/>
              </a:buClr>
              <a:buSzPts val="1800"/>
              <a:buNone/>
              <a:defRPr sz="1800">
                <a:solidFill>
                  <a:srgbClr val="F3F3F3"/>
                </a:solidFill>
              </a:defRPr>
            </a:lvl3pPr>
            <a:lvl4pPr lvl="3" algn="l">
              <a:lnSpc>
                <a:spcPct val="100000"/>
              </a:lnSpc>
              <a:spcBef>
                <a:spcPts val="0"/>
              </a:spcBef>
              <a:spcAft>
                <a:spcPts val="0"/>
              </a:spcAft>
              <a:buClr>
                <a:srgbClr val="F3F3F3"/>
              </a:buClr>
              <a:buSzPts val="1800"/>
              <a:buNone/>
              <a:defRPr sz="1800">
                <a:solidFill>
                  <a:srgbClr val="F3F3F3"/>
                </a:solidFill>
              </a:defRPr>
            </a:lvl4pPr>
            <a:lvl5pPr lvl="4" algn="l">
              <a:lnSpc>
                <a:spcPct val="100000"/>
              </a:lnSpc>
              <a:spcBef>
                <a:spcPts val="0"/>
              </a:spcBef>
              <a:spcAft>
                <a:spcPts val="0"/>
              </a:spcAft>
              <a:buClr>
                <a:srgbClr val="F3F3F3"/>
              </a:buClr>
              <a:buSzPts val="1800"/>
              <a:buNone/>
              <a:defRPr sz="1800">
                <a:solidFill>
                  <a:srgbClr val="F3F3F3"/>
                </a:solidFill>
              </a:defRPr>
            </a:lvl5pPr>
            <a:lvl6pPr lvl="5" algn="l">
              <a:lnSpc>
                <a:spcPct val="100000"/>
              </a:lnSpc>
              <a:spcBef>
                <a:spcPts val="0"/>
              </a:spcBef>
              <a:spcAft>
                <a:spcPts val="0"/>
              </a:spcAft>
              <a:buClr>
                <a:srgbClr val="F3F3F3"/>
              </a:buClr>
              <a:buSzPts val="1800"/>
              <a:buNone/>
              <a:defRPr sz="1800">
                <a:solidFill>
                  <a:srgbClr val="F3F3F3"/>
                </a:solidFill>
              </a:defRPr>
            </a:lvl6pPr>
            <a:lvl7pPr lvl="6" algn="l">
              <a:lnSpc>
                <a:spcPct val="100000"/>
              </a:lnSpc>
              <a:spcBef>
                <a:spcPts val="0"/>
              </a:spcBef>
              <a:spcAft>
                <a:spcPts val="0"/>
              </a:spcAft>
              <a:buClr>
                <a:srgbClr val="F3F3F3"/>
              </a:buClr>
              <a:buSzPts val="1800"/>
              <a:buNone/>
              <a:defRPr sz="1800">
                <a:solidFill>
                  <a:srgbClr val="F3F3F3"/>
                </a:solidFill>
              </a:defRPr>
            </a:lvl7pPr>
            <a:lvl8pPr lvl="7" algn="l">
              <a:lnSpc>
                <a:spcPct val="100000"/>
              </a:lnSpc>
              <a:spcBef>
                <a:spcPts val="0"/>
              </a:spcBef>
              <a:spcAft>
                <a:spcPts val="0"/>
              </a:spcAft>
              <a:buClr>
                <a:srgbClr val="F3F3F3"/>
              </a:buClr>
              <a:buSzPts val="1800"/>
              <a:buNone/>
              <a:defRPr sz="1800">
                <a:solidFill>
                  <a:srgbClr val="F3F3F3"/>
                </a:solidFill>
              </a:defRPr>
            </a:lvl8pPr>
            <a:lvl9pPr lvl="8" algn="l">
              <a:lnSpc>
                <a:spcPct val="100000"/>
              </a:lnSpc>
              <a:spcBef>
                <a:spcPts val="0"/>
              </a:spcBef>
              <a:spcAft>
                <a:spcPts val="0"/>
              </a:spcAft>
              <a:buClr>
                <a:srgbClr val="F3F3F3"/>
              </a:buClr>
              <a:buSzPts val="1800"/>
              <a:buNone/>
              <a:defRPr sz="1800">
                <a:solidFill>
                  <a:srgbClr val="F3F3F3"/>
                </a:solidFill>
              </a:defRPr>
            </a:lvl9pPr>
          </a:lstStyle>
          <a:p/>
        </p:txBody>
      </p:sp>
      <p:sp>
        <p:nvSpPr>
          <p:cNvPr id="55" name="Google Shape;55;p9"/>
          <p:cNvSpPr txBox="1"/>
          <p:nvPr>
            <p:ph idx="6" type="subTitle"/>
          </p:nvPr>
        </p:nvSpPr>
        <p:spPr>
          <a:xfrm>
            <a:off x="2928550" y="3553810"/>
            <a:ext cx="1476300" cy="946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solidFill>
                  <a:srgbClr val="000000"/>
                </a:solidFill>
              </a:defRPr>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8">
    <p:spTree>
      <p:nvGrpSpPr>
        <p:cNvPr id="56" name="Shape 56"/>
        <p:cNvGrpSpPr/>
        <p:nvPr/>
      </p:nvGrpSpPr>
      <p:grpSpPr>
        <a:xfrm>
          <a:off x="0" y="0"/>
          <a:ext cx="0" cy="0"/>
          <a:chOff x="0" y="0"/>
          <a:chExt cx="0" cy="0"/>
        </a:xfrm>
      </p:grpSpPr>
      <p:sp>
        <p:nvSpPr>
          <p:cNvPr id="57" name="Google Shape;57;p10"/>
          <p:cNvSpPr txBox="1"/>
          <p:nvPr>
            <p:ph idx="1" type="subTitle"/>
          </p:nvPr>
        </p:nvSpPr>
        <p:spPr>
          <a:xfrm>
            <a:off x="915175" y="3380775"/>
            <a:ext cx="3960600" cy="631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a:lvl1pPr>
            <a:lvl2pPr lvl="1" algn="l">
              <a:lnSpc>
                <a:spcPct val="115000"/>
              </a:lnSpc>
              <a:spcBef>
                <a:spcPts val="1600"/>
              </a:spcBef>
              <a:spcAft>
                <a:spcPts val="0"/>
              </a:spcAft>
              <a:buSzPts val="12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200"/>
              <a:buNone/>
              <a:defRPr/>
            </a:lvl4pPr>
            <a:lvl5pPr lvl="4" algn="l">
              <a:lnSpc>
                <a:spcPct val="115000"/>
              </a:lnSpc>
              <a:spcBef>
                <a:spcPts val="1600"/>
              </a:spcBef>
              <a:spcAft>
                <a:spcPts val="0"/>
              </a:spcAft>
              <a:buSzPts val="1200"/>
              <a:buNone/>
              <a:defRPr/>
            </a:lvl5pPr>
            <a:lvl6pPr lvl="5" algn="l">
              <a:lnSpc>
                <a:spcPct val="115000"/>
              </a:lnSpc>
              <a:spcBef>
                <a:spcPts val="1600"/>
              </a:spcBef>
              <a:spcAft>
                <a:spcPts val="0"/>
              </a:spcAft>
              <a:buSzPts val="1200"/>
              <a:buNone/>
              <a:defRPr/>
            </a:lvl6pPr>
            <a:lvl7pPr lvl="6" algn="l">
              <a:lnSpc>
                <a:spcPct val="115000"/>
              </a:lnSpc>
              <a:spcBef>
                <a:spcPts val="1600"/>
              </a:spcBef>
              <a:spcAft>
                <a:spcPts val="0"/>
              </a:spcAft>
              <a:buSzPts val="1200"/>
              <a:buNone/>
              <a:defRPr/>
            </a:lvl7pPr>
            <a:lvl8pPr lvl="7" algn="l">
              <a:lnSpc>
                <a:spcPct val="115000"/>
              </a:lnSpc>
              <a:spcBef>
                <a:spcPts val="1600"/>
              </a:spcBef>
              <a:spcAft>
                <a:spcPts val="0"/>
              </a:spcAft>
              <a:buSzPts val="1200"/>
              <a:buNone/>
              <a:defRPr/>
            </a:lvl8pPr>
            <a:lvl9pPr lvl="8" algn="l">
              <a:lnSpc>
                <a:spcPct val="115000"/>
              </a:lnSpc>
              <a:spcBef>
                <a:spcPts val="1600"/>
              </a:spcBef>
              <a:spcAft>
                <a:spcPts val="1600"/>
              </a:spcAft>
              <a:buSzPts val="1200"/>
              <a:buNone/>
              <a:defRPr/>
            </a:lvl9pPr>
          </a:lstStyle>
          <a:p/>
        </p:txBody>
      </p:sp>
      <p:sp>
        <p:nvSpPr>
          <p:cNvPr id="58" name="Google Shape;58;p10"/>
          <p:cNvSpPr txBox="1"/>
          <p:nvPr>
            <p:ph idx="2" type="subTitle"/>
          </p:nvPr>
        </p:nvSpPr>
        <p:spPr>
          <a:xfrm>
            <a:off x="915175" y="4004575"/>
            <a:ext cx="1821000" cy="213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b="1">
                <a:latin typeface="Livvic"/>
                <a:ea typeface="Livvic"/>
                <a:cs typeface="Livvic"/>
                <a:sym typeface="Livvic"/>
              </a:defRPr>
            </a:lvl1pPr>
            <a:lvl2pPr lvl="1" algn="l">
              <a:lnSpc>
                <a:spcPct val="115000"/>
              </a:lnSpc>
              <a:spcBef>
                <a:spcPts val="1600"/>
              </a:spcBef>
              <a:spcAft>
                <a:spcPts val="0"/>
              </a:spcAft>
              <a:buSzPts val="1200"/>
              <a:buNone/>
              <a:defRPr b="1">
                <a:latin typeface="Livvic"/>
                <a:ea typeface="Livvic"/>
                <a:cs typeface="Livvic"/>
                <a:sym typeface="Livvic"/>
              </a:defRPr>
            </a:lvl2pPr>
            <a:lvl3pPr lvl="2" algn="l">
              <a:lnSpc>
                <a:spcPct val="115000"/>
              </a:lnSpc>
              <a:spcBef>
                <a:spcPts val="1600"/>
              </a:spcBef>
              <a:spcAft>
                <a:spcPts val="0"/>
              </a:spcAft>
              <a:buSzPts val="1200"/>
              <a:buNone/>
              <a:defRPr b="1">
                <a:latin typeface="Livvic"/>
                <a:ea typeface="Livvic"/>
                <a:cs typeface="Livvic"/>
                <a:sym typeface="Livvic"/>
              </a:defRPr>
            </a:lvl3pPr>
            <a:lvl4pPr lvl="3" algn="l">
              <a:lnSpc>
                <a:spcPct val="115000"/>
              </a:lnSpc>
              <a:spcBef>
                <a:spcPts val="1600"/>
              </a:spcBef>
              <a:spcAft>
                <a:spcPts val="0"/>
              </a:spcAft>
              <a:buSzPts val="1200"/>
              <a:buNone/>
              <a:defRPr b="1">
                <a:latin typeface="Livvic"/>
                <a:ea typeface="Livvic"/>
                <a:cs typeface="Livvic"/>
                <a:sym typeface="Livvic"/>
              </a:defRPr>
            </a:lvl4pPr>
            <a:lvl5pPr lvl="4" algn="l">
              <a:lnSpc>
                <a:spcPct val="115000"/>
              </a:lnSpc>
              <a:spcBef>
                <a:spcPts val="1600"/>
              </a:spcBef>
              <a:spcAft>
                <a:spcPts val="0"/>
              </a:spcAft>
              <a:buSzPts val="1200"/>
              <a:buNone/>
              <a:defRPr b="1">
                <a:latin typeface="Livvic"/>
                <a:ea typeface="Livvic"/>
                <a:cs typeface="Livvic"/>
                <a:sym typeface="Livvic"/>
              </a:defRPr>
            </a:lvl5pPr>
            <a:lvl6pPr lvl="5" algn="l">
              <a:lnSpc>
                <a:spcPct val="115000"/>
              </a:lnSpc>
              <a:spcBef>
                <a:spcPts val="1600"/>
              </a:spcBef>
              <a:spcAft>
                <a:spcPts val="0"/>
              </a:spcAft>
              <a:buSzPts val="1200"/>
              <a:buNone/>
              <a:defRPr b="1">
                <a:latin typeface="Livvic"/>
                <a:ea typeface="Livvic"/>
                <a:cs typeface="Livvic"/>
                <a:sym typeface="Livvic"/>
              </a:defRPr>
            </a:lvl6pPr>
            <a:lvl7pPr lvl="6" algn="l">
              <a:lnSpc>
                <a:spcPct val="115000"/>
              </a:lnSpc>
              <a:spcBef>
                <a:spcPts val="1600"/>
              </a:spcBef>
              <a:spcAft>
                <a:spcPts val="0"/>
              </a:spcAft>
              <a:buSzPts val="1200"/>
              <a:buNone/>
              <a:defRPr b="1">
                <a:latin typeface="Livvic"/>
                <a:ea typeface="Livvic"/>
                <a:cs typeface="Livvic"/>
                <a:sym typeface="Livvic"/>
              </a:defRPr>
            </a:lvl7pPr>
            <a:lvl8pPr lvl="7" algn="l">
              <a:lnSpc>
                <a:spcPct val="115000"/>
              </a:lnSpc>
              <a:spcBef>
                <a:spcPts val="1600"/>
              </a:spcBef>
              <a:spcAft>
                <a:spcPts val="0"/>
              </a:spcAft>
              <a:buSzPts val="1200"/>
              <a:buNone/>
              <a:defRPr b="1">
                <a:latin typeface="Livvic"/>
                <a:ea typeface="Livvic"/>
                <a:cs typeface="Livvic"/>
                <a:sym typeface="Livvic"/>
              </a:defRPr>
            </a:lvl8pPr>
            <a:lvl9pPr lvl="8" algn="l">
              <a:lnSpc>
                <a:spcPct val="115000"/>
              </a:lnSpc>
              <a:spcBef>
                <a:spcPts val="1600"/>
              </a:spcBef>
              <a:spcAft>
                <a:spcPts val="1600"/>
              </a:spcAft>
              <a:buSzPts val="1200"/>
              <a:buNone/>
              <a:defRPr b="1">
                <a:latin typeface="Livvic"/>
                <a:ea typeface="Livvic"/>
                <a:cs typeface="Livvic"/>
                <a:sym typeface="Livvic"/>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3">
  <p:cSld name="CUSTOM_16">
    <p:spTree>
      <p:nvGrpSpPr>
        <p:cNvPr id="59" name="Shape 59"/>
        <p:cNvGrpSpPr/>
        <p:nvPr/>
      </p:nvGrpSpPr>
      <p:grpSpPr>
        <a:xfrm>
          <a:off x="0" y="0"/>
          <a:ext cx="0" cy="0"/>
          <a:chOff x="0" y="0"/>
          <a:chExt cx="0" cy="0"/>
        </a:xfrm>
      </p:grpSpPr>
      <p:sp>
        <p:nvSpPr>
          <p:cNvPr id="60" name="Google Shape;60;p11"/>
          <p:cNvSpPr txBox="1"/>
          <p:nvPr>
            <p:ph idx="1" type="subTitle"/>
          </p:nvPr>
        </p:nvSpPr>
        <p:spPr>
          <a:xfrm>
            <a:off x="2117847" y="3380460"/>
            <a:ext cx="2951400" cy="295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1000"/>
            </a:lvl1pPr>
            <a:lvl2pPr lvl="1" algn="l">
              <a:lnSpc>
                <a:spcPct val="115000"/>
              </a:lnSpc>
              <a:spcBef>
                <a:spcPts val="1600"/>
              </a:spcBef>
              <a:spcAft>
                <a:spcPts val="0"/>
              </a:spcAft>
              <a:buSzPts val="12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200"/>
              <a:buNone/>
              <a:defRPr/>
            </a:lvl4pPr>
            <a:lvl5pPr lvl="4" algn="l">
              <a:lnSpc>
                <a:spcPct val="115000"/>
              </a:lnSpc>
              <a:spcBef>
                <a:spcPts val="1600"/>
              </a:spcBef>
              <a:spcAft>
                <a:spcPts val="0"/>
              </a:spcAft>
              <a:buSzPts val="1200"/>
              <a:buNone/>
              <a:defRPr/>
            </a:lvl5pPr>
            <a:lvl6pPr lvl="5" algn="l">
              <a:lnSpc>
                <a:spcPct val="115000"/>
              </a:lnSpc>
              <a:spcBef>
                <a:spcPts val="1600"/>
              </a:spcBef>
              <a:spcAft>
                <a:spcPts val="0"/>
              </a:spcAft>
              <a:buSzPts val="1200"/>
              <a:buNone/>
              <a:defRPr/>
            </a:lvl6pPr>
            <a:lvl7pPr lvl="6" algn="l">
              <a:lnSpc>
                <a:spcPct val="115000"/>
              </a:lnSpc>
              <a:spcBef>
                <a:spcPts val="1600"/>
              </a:spcBef>
              <a:spcAft>
                <a:spcPts val="0"/>
              </a:spcAft>
              <a:buSzPts val="1200"/>
              <a:buNone/>
              <a:defRPr/>
            </a:lvl7pPr>
            <a:lvl8pPr lvl="7" algn="l">
              <a:lnSpc>
                <a:spcPct val="115000"/>
              </a:lnSpc>
              <a:spcBef>
                <a:spcPts val="1600"/>
              </a:spcBef>
              <a:spcAft>
                <a:spcPts val="0"/>
              </a:spcAft>
              <a:buSzPts val="1200"/>
              <a:buNone/>
              <a:defRPr/>
            </a:lvl8pPr>
            <a:lvl9pPr lvl="8" algn="l">
              <a:lnSpc>
                <a:spcPct val="115000"/>
              </a:lnSpc>
              <a:spcBef>
                <a:spcPts val="1600"/>
              </a:spcBef>
              <a:spcAft>
                <a:spcPts val="1600"/>
              </a:spcAft>
              <a:buSzPts val="1200"/>
              <a:buNone/>
              <a:defRPr/>
            </a:lvl9pPr>
          </a:lstStyle>
          <a:p/>
        </p:txBody>
      </p:sp>
      <p:sp>
        <p:nvSpPr>
          <p:cNvPr id="61" name="Google Shape;61;p11"/>
          <p:cNvSpPr txBox="1"/>
          <p:nvPr>
            <p:ph type="ctrTitle"/>
          </p:nvPr>
        </p:nvSpPr>
        <p:spPr>
          <a:xfrm rot="-5400000">
            <a:off x="-343101" y="1759150"/>
            <a:ext cx="2888100" cy="897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2800"/>
              <a:buNone/>
              <a:defRPr/>
            </a:lvl1pPr>
            <a:lvl2pPr lvl="1" algn="r">
              <a:lnSpc>
                <a:spcPct val="100000"/>
              </a:lnSpc>
              <a:spcBef>
                <a:spcPts val="0"/>
              </a:spcBef>
              <a:spcAft>
                <a:spcPts val="0"/>
              </a:spcAft>
              <a:buClr>
                <a:srgbClr val="000000"/>
              </a:buClr>
              <a:buSzPts val="1600"/>
              <a:buNone/>
              <a:defRPr sz="1600">
                <a:solidFill>
                  <a:srgbClr val="000000"/>
                </a:solidFill>
              </a:defRPr>
            </a:lvl2pPr>
            <a:lvl3pPr lvl="2" algn="r">
              <a:lnSpc>
                <a:spcPct val="100000"/>
              </a:lnSpc>
              <a:spcBef>
                <a:spcPts val="0"/>
              </a:spcBef>
              <a:spcAft>
                <a:spcPts val="0"/>
              </a:spcAft>
              <a:buClr>
                <a:srgbClr val="000000"/>
              </a:buClr>
              <a:buSzPts val="1600"/>
              <a:buNone/>
              <a:defRPr sz="1600">
                <a:solidFill>
                  <a:srgbClr val="000000"/>
                </a:solidFill>
              </a:defRPr>
            </a:lvl3pPr>
            <a:lvl4pPr lvl="3" algn="r">
              <a:lnSpc>
                <a:spcPct val="100000"/>
              </a:lnSpc>
              <a:spcBef>
                <a:spcPts val="0"/>
              </a:spcBef>
              <a:spcAft>
                <a:spcPts val="0"/>
              </a:spcAft>
              <a:buClr>
                <a:srgbClr val="000000"/>
              </a:buClr>
              <a:buSzPts val="1600"/>
              <a:buNone/>
              <a:defRPr sz="1600">
                <a:solidFill>
                  <a:srgbClr val="000000"/>
                </a:solidFill>
              </a:defRPr>
            </a:lvl4pPr>
            <a:lvl5pPr lvl="4" algn="r">
              <a:lnSpc>
                <a:spcPct val="100000"/>
              </a:lnSpc>
              <a:spcBef>
                <a:spcPts val="0"/>
              </a:spcBef>
              <a:spcAft>
                <a:spcPts val="0"/>
              </a:spcAft>
              <a:buClr>
                <a:srgbClr val="000000"/>
              </a:buClr>
              <a:buSzPts val="1600"/>
              <a:buNone/>
              <a:defRPr sz="1600">
                <a:solidFill>
                  <a:srgbClr val="000000"/>
                </a:solidFill>
              </a:defRPr>
            </a:lvl5pPr>
            <a:lvl6pPr lvl="5" algn="r">
              <a:lnSpc>
                <a:spcPct val="100000"/>
              </a:lnSpc>
              <a:spcBef>
                <a:spcPts val="0"/>
              </a:spcBef>
              <a:spcAft>
                <a:spcPts val="0"/>
              </a:spcAft>
              <a:buClr>
                <a:srgbClr val="000000"/>
              </a:buClr>
              <a:buSzPts val="1600"/>
              <a:buNone/>
              <a:defRPr sz="1600">
                <a:solidFill>
                  <a:srgbClr val="000000"/>
                </a:solidFill>
              </a:defRPr>
            </a:lvl6pPr>
            <a:lvl7pPr lvl="6" algn="r">
              <a:lnSpc>
                <a:spcPct val="100000"/>
              </a:lnSpc>
              <a:spcBef>
                <a:spcPts val="0"/>
              </a:spcBef>
              <a:spcAft>
                <a:spcPts val="0"/>
              </a:spcAft>
              <a:buClr>
                <a:srgbClr val="000000"/>
              </a:buClr>
              <a:buSzPts val="1600"/>
              <a:buNone/>
              <a:defRPr sz="1600">
                <a:solidFill>
                  <a:srgbClr val="000000"/>
                </a:solidFill>
              </a:defRPr>
            </a:lvl7pPr>
            <a:lvl8pPr lvl="7" algn="r">
              <a:lnSpc>
                <a:spcPct val="100000"/>
              </a:lnSpc>
              <a:spcBef>
                <a:spcPts val="0"/>
              </a:spcBef>
              <a:spcAft>
                <a:spcPts val="0"/>
              </a:spcAft>
              <a:buClr>
                <a:srgbClr val="000000"/>
              </a:buClr>
              <a:buSzPts val="1600"/>
              <a:buNone/>
              <a:defRPr sz="1600">
                <a:solidFill>
                  <a:srgbClr val="000000"/>
                </a:solidFill>
              </a:defRPr>
            </a:lvl8pPr>
            <a:lvl9pPr lvl="8" algn="r">
              <a:lnSpc>
                <a:spcPct val="100000"/>
              </a:lnSpc>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4">
  <p:cSld name="CUSTOM_16_1">
    <p:spTree>
      <p:nvGrpSpPr>
        <p:cNvPr id="62" name="Shape 62"/>
        <p:cNvGrpSpPr/>
        <p:nvPr/>
      </p:nvGrpSpPr>
      <p:grpSpPr>
        <a:xfrm>
          <a:off x="0" y="0"/>
          <a:ext cx="0" cy="0"/>
          <a:chOff x="0" y="0"/>
          <a:chExt cx="0" cy="0"/>
        </a:xfrm>
      </p:grpSpPr>
      <p:sp>
        <p:nvSpPr>
          <p:cNvPr id="63" name="Google Shape;63;p12"/>
          <p:cNvSpPr txBox="1"/>
          <p:nvPr>
            <p:ph idx="1" type="subTitle"/>
          </p:nvPr>
        </p:nvSpPr>
        <p:spPr>
          <a:xfrm flipH="1">
            <a:off x="4189625" y="3380460"/>
            <a:ext cx="2951400" cy="295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1000"/>
            </a:lvl1pPr>
            <a:lvl2pPr lvl="1" algn="l">
              <a:lnSpc>
                <a:spcPct val="115000"/>
              </a:lnSpc>
              <a:spcBef>
                <a:spcPts val="1600"/>
              </a:spcBef>
              <a:spcAft>
                <a:spcPts val="0"/>
              </a:spcAft>
              <a:buSzPts val="12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200"/>
              <a:buNone/>
              <a:defRPr/>
            </a:lvl4pPr>
            <a:lvl5pPr lvl="4" algn="l">
              <a:lnSpc>
                <a:spcPct val="115000"/>
              </a:lnSpc>
              <a:spcBef>
                <a:spcPts val="1600"/>
              </a:spcBef>
              <a:spcAft>
                <a:spcPts val="0"/>
              </a:spcAft>
              <a:buSzPts val="1200"/>
              <a:buNone/>
              <a:defRPr/>
            </a:lvl5pPr>
            <a:lvl6pPr lvl="5" algn="l">
              <a:lnSpc>
                <a:spcPct val="115000"/>
              </a:lnSpc>
              <a:spcBef>
                <a:spcPts val="1600"/>
              </a:spcBef>
              <a:spcAft>
                <a:spcPts val="0"/>
              </a:spcAft>
              <a:buSzPts val="1200"/>
              <a:buNone/>
              <a:defRPr/>
            </a:lvl6pPr>
            <a:lvl7pPr lvl="6" algn="l">
              <a:lnSpc>
                <a:spcPct val="115000"/>
              </a:lnSpc>
              <a:spcBef>
                <a:spcPts val="1600"/>
              </a:spcBef>
              <a:spcAft>
                <a:spcPts val="0"/>
              </a:spcAft>
              <a:buSzPts val="1200"/>
              <a:buNone/>
              <a:defRPr/>
            </a:lvl7pPr>
            <a:lvl8pPr lvl="7" algn="l">
              <a:lnSpc>
                <a:spcPct val="115000"/>
              </a:lnSpc>
              <a:spcBef>
                <a:spcPts val="1600"/>
              </a:spcBef>
              <a:spcAft>
                <a:spcPts val="0"/>
              </a:spcAft>
              <a:buSzPts val="1200"/>
              <a:buNone/>
              <a:defRPr/>
            </a:lvl8pPr>
            <a:lvl9pPr lvl="8" algn="l">
              <a:lnSpc>
                <a:spcPct val="115000"/>
              </a:lnSpc>
              <a:spcBef>
                <a:spcPts val="1600"/>
              </a:spcBef>
              <a:spcAft>
                <a:spcPts val="1600"/>
              </a:spcAft>
              <a:buSzPts val="1200"/>
              <a:buNone/>
              <a:defRPr/>
            </a:lvl9pPr>
          </a:lstStyle>
          <a:p/>
        </p:txBody>
      </p:sp>
      <p:sp>
        <p:nvSpPr>
          <p:cNvPr id="64" name="Google Shape;64;p12"/>
          <p:cNvSpPr txBox="1"/>
          <p:nvPr>
            <p:ph type="ctrTitle"/>
          </p:nvPr>
        </p:nvSpPr>
        <p:spPr>
          <a:xfrm rot="5400000">
            <a:off x="6612409" y="1752564"/>
            <a:ext cx="2888100" cy="897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Clr>
                <a:srgbClr val="000000"/>
              </a:buClr>
              <a:buSzPts val="1600"/>
              <a:buNone/>
              <a:defRPr sz="1600">
                <a:solidFill>
                  <a:srgbClr val="000000"/>
                </a:solidFill>
              </a:defRPr>
            </a:lvl2pPr>
            <a:lvl3pPr lvl="2" algn="l">
              <a:lnSpc>
                <a:spcPct val="100000"/>
              </a:lnSpc>
              <a:spcBef>
                <a:spcPts val="0"/>
              </a:spcBef>
              <a:spcAft>
                <a:spcPts val="0"/>
              </a:spcAft>
              <a:buClr>
                <a:srgbClr val="000000"/>
              </a:buClr>
              <a:buSzPts val="1600"/>
              <a:buNone/>
              <a:defRPr sz="1600">
                <a:solidFill>
                  <a:srgbClr val="000000"/>
                </a:solidFill>
              </a:defRPr>
            </a:lvl3pPr>
            <a:lvl4pPr lvl="3" algn="l">
              <a:lnSpc>
                <a:spcPct val="100000"/>
              </a:lnSpc>
              <a:spcBef>
                <a:spcPts val="0"/>
              </a:spcBef>
              <a:spcAft>
                <a:spcPts val="0"/>
              </a:spcAft>
              <a:buClr>
                <a:srgbClr val="000000"/>
              </a:buClr>
              <a:buSzPts val="1600"/>
              <a:buNone/>
              <a:defRPr sz="1600">
                <a:solidFill>
                  <a:srgbClr val="000000"/>
                </a:solidFill>
              </a:defRPr>
            </a:lvl4pPr>
            <a:lvl5pPr lvl="4" algn="l">
              <a:lnSpc>
                <a:spcPct val="100000"/>
              </a:lnSpc>
              <a:spcBef>
                <a:spcPts val="0"/>
              </a:spcBef>
              <a:spcAft>
                <a:spcPts val="0"/>
              </a:spcAft>
              <a:buClr>
                <a:srgbClr val="000000"/>
              </a:buClr>
              <a:buSzPts val="1600"/>
              <a:buNone/>
              <a:defRPr sz="1600">
                <a:solidFill>
                  <a:srgbClr val="000000"/>
                </a:solidFill>
              </a:defRPr>
            </a:lvl5pPr>
            <a:lvl6pPr lvl="5" algn="l">
              <a:lnSpc>
                <a:spcPct val="100000"/>
              </a:lnSpc>
              <a:spcBef>
                <a:spcPts val="0"/>
              </a:spcBef>
              <a:spcAft>
                <a:spcPts val="0"/>
              </a:spcAft>
              <a:buClr>
                <a:srgbClr val="000000"/>
              </a:buClr>
              <a:buSzPts val="1600"/>
              <a:buNone/>
              <a:defRPr sz="1600">
                <a:solidFill>
                  <a:srgbClr val="000000"/>
                </a:solidFill>
              </a:defRPr>
            </a:lvl6pPr>
            <a:lvl7pPr lvl="6" algn="l">
              <a:lnSpc>
                <a:spcPct val="100000"/>
              </a:lnSpc>
              <a:spcBef>
                <a:spcPts val="0"/>
              </a:spcBef>
              <a:spcAft>
                <a:spcPts val="0"/>
              </a:spcAft>
              <a:buClr>
                <a:srgbClr val="000000"/>
              </a:buClr>
              <a:buSzPts val="1600"/>
              <a:buNone/>
              <a:defRPr sz="1600">
                <a:solidFill>
                  <a:srgbClr val="000000"/>
                </a:solidFill>
              </a:defRPr>
            </a:lvl7pPr>
            <a:lvl8pPr lvl="7" algn="l">
              <a:lnSpc>
                <a:spcPct val="100000"/>
              </a:lnSpc>
              <a:spcBef>
                <a:spcPts val="0"/>
              </a:spcBef>
              <a:spcAft>
                <a:spcPts val="0"/>
              </a:spcAft>
              <a:buClr>
                <a:srgbClr val="000000"/>
              </a:buClr>
              <a:buSzPts val="1600"/>
              <a:buNone/>
              <a:defRPr sz="1600">
                <a:solidFill>
                  <a:srgbClr val="000000"/>
                </a:solidFill>
              </a:defRPr>
            </a:lvl8pPr>
            <a:lvl9pPr lvl="8" algn="l">
              <a:lnSpc>
                <a:spcPct val="100000"/>
              </a:lnSpc>
              <a:spcBef>
                <a:spcPts val="0"/>
              </a:spcBef>
              <a:spcAft>
                <a:spcPts val="0"/>
              </a:spcAft>
              <a:buClr>
                <a:srgbClr val="000000"/>
              </a:buClr>
              <a:buSzPts val="1600"/>
              <a:buNone/>
              <a:defRPr sz="1600">
                <a:solidFill>
                  <a:srgbClr val="000000"/>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CUSTOM_38">
    <p:spTree>
      <p:nvGrpSpPr>
        <p:cNvPr id="65" name="Shape 65"/>
        <p:cNvGrpSpPr/>
        <p:nvPr/>
      </p:nvGrpSpPr>
      <p:grpSpPr>
        <a:xfrm>
          <a:off x="0" y="0"/>
          <a:ext cx="0" cy="0"/>
          <a:chOff x="0" y="0"/>
          <a:chExt cx="0" cy="0"/>
        </a:xfrm>
      </p:grpSpPr>
      <p:sp>
        <p:nvSpPr>
          <p:cNvPr id="66" name="Google Shape;66;p13"/>
          <p:cNvSpPr txBox="1"/>
          <p:nvPr>
            <p:ph type="ctrTitle"/>
          </p:nvPr>
        </p:nvSpPr>
        <p:spPr>
          <a:xfrm>
            <a:off x="769725" y="1310050"/>
            <a:ext cx="34302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67" name="Google Shape;67;p13"/>
          <p:cNvSpPr txBox="1"/>
          <p:nvPr>
            <p:ph idx="2" type="title"/>
          </p:nvPr>
        </p:nvSpPr>
        <p:spPr>
          <a:xfrm rot="5400000">
            <a:off x="7142178" y="3570226"/>
            <a:ext cx="1738800" cy="577800"/>
          </a:xfrm>
          <a:prstGeom prst="rect">
            <a:avLst/>
          </a:prstGeom>
          <a:noFill/>
          <a:ln>
            <a:noFill/>
          </a:ln>
        </p:spPr>
        <p:txBody>
          <a:bodyPr anchorCtr="0" anchor="ctr" bIns="91425" lIns="91425" spcFirstLastPara="1" rIns="91425" wrap="square" tIns="91425">
            <a:noAutofit/>
          </a:bodyPr>
          <a:lstStyle>
            <a:lvl1pPr lvl="0" algn="r">
              <a:lnSpc>
                <a:spcPct val="100000"/>
              </a:lnSpc>
              <a:spcBef>
                <a:spcPts val="0"/>
              </a:spcBef>
              <a:spcAft>
                <a:spcPts val="0"/>
              </a:spcAft>
              <a:buSzPts val="6000"/>
              <a:buNone/>
              <a:defRPr sz="6000"/>
            </a:lvl1pPr>
            <a:lvl2pPr lvl="1"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r">
              <a:lnSpc>
                <a:spcPct val="100000"/>
              </a:lnSpc>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columns">
  <p:cSld name="CUSTOM_30">
    <p:spTree>
      <p:nvGrpSpPr>
        <p:cNvPr id="68" name="Shape 68"/>
        <p:cNvGrpSpPr/>
        <p:nvPr/>
      </p:nvGrpSpPr>
      <p:grpSpPr>
        <a:xfrm>
          <a:off x="0" y="0"/>
          <a:ext cx="0" cy="0"/>
          <a:chOff x="0" y="0"/>
          <a:chExt cx="0" cy="0"/>
        </a:xfrm>
      </p:grpSpPr>
      <p:sp>
        <p:nvSpPr>
          <p:cNvPr id="69" name="Google Shape;69;p14"/>
          <p:cNvSpPr txBox="1"/>
          <p:nvPr>
            <p:ph type="ctrTitle"/>
          </p:nvPr>
        </p:nvSpPr>
        <p:spPr>
          <a:xfrm>
            <a:off x="656422" y="1394416"/>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70" name="Google Shape;70;p14"/>
          <p:cNvSpPr txBox="1"/>
          <p:nvPr>
            <p:ph idx="1" type="subTitle"/>
          </p:nvPr>
        </p:nvSpPr>
        <p:spPr>
          <a:xfrm>
            <a:off x="656425" y="1886725"/>
            <a:ext cx="15639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71" name="Google Shape;71;p14"/>
          <p:cNvSpPr txBox="1"/>
          <p:nvPr>
            <p:ph idx="2" type="ctrTitle"/>
          </p:nvPr>
        </p:nvSpPr>
        <p:spPr>
          <a:xfrm>
            <a:off x="2650710" y="139441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2" name="Google Shape;72;p14"/>
          <p:cNvSpPr txBox="1"/>
          <p:nvPr>
            <p:ph idx="3" type="subTitle"/>
          </p:nvPr>
        </p:nvSpPr>
        <p:spPr>
          <a:xfrm>
            <a:off x="2610700" y="1886725"/>
            <a:ext cx="19614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73" name="Google Shape;73;p14"/>
          <p:cNvSpPr txBox="1"/>
          <p:nvPr>
            <p:ph idx="4" type="ctrTitle"/>
          </p:nvPr>
        </p:nvSpPr>
        <p:spPr>
          <a:xfrm>
            <a:off x="4638106" y="1394416"/>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1800"/>
              <a:buNone/>
              <a:defRPr sz="1800"/>
            </a:lvl1pPr>
            <a:lvl2pPr lvl="1" algn="r">
              <a:lnSpc>
                <a:spcPct val="100000"/>
              </a:lnSpc>
              <a:spcBef>
                <a:spcPts val="0"/>
              </a:spcBef>
              <a:spcAft>
                <a:spcPts val="0"/>
              </a:spcAft>
              <a:buSzPts val="1800"/>
              <a:buNone/>
              <a:defRPr sz="1800"/>
            </a:lvl2pPr>
            <a:lvl3pPr lvl="2" algn="r">
              <a:lnSpc>
                <a:spcPct val="100000"/>
              </a:lnSpc>
              <a:spcBef>
                <a:spcPts val="0"/>
              </a:spcBef>
              <a:spcAft>
                <a:spcPts val="0"/>
              </a:spcAft>
              <a:buSzPts val="1800"/>
              <a:buNone/>
              <a:defRPr sz="1800"/>
            </a:lvl3pPr>
            <a:lvl4pPr lvl="3" algn="r">
              <a:lnSpc>
                <a:spcPct val="100000"/>
              </a:lnSpc>
              <a:spcBef>
                <a:spcPts val="0"/>
              </a:spcBef>
              <a:spcAft>
                <a:spcPts val="0"/>
              </a:spcAft>
              <a:buSzPts val="1800"/>
              <a:buNone/>
              <a:defRPr sz="1800"/>
            </a:lvl4pPr>
            <a:lvl5pPr lvl="4" algn="r">
              <a:lnSpc>
                <a:spcPct val="100000"/>
              </a:lnSpc>
              <a:spcBef>
                <a:spcPts val="0"/>
              </a:spcBef>
              <a:spcAft>
                <a:spcPts val="0"/>
              </a:spcAft>
              <a:buSzPts val="1800"/>
              <a:buNone/>
              <a:defRPr sz="1800"/>
            </a:lvl5pPr>
            <a:lvl6pPr lvl="5" algn="r">
              <a:lnSpc>
                <a:spcPct val="100000"/>
              </a:lnSpc>
              <a:spcBef>
                <a:spcPts val="0"/>
              </a:spcBef>
              <a:spcAft>
                <a:spcPts val="0"/>
              </a:spcAft>
              <a:buSzPts val="1800"/>
              <a:buNone/>
              <a:defRPr sz="1800"/>
            </a:lvl6pPr>
            <a:lvl7pPr lvl="6" algn="r">
              <a:lnSpc>
                <a:spcPct val="100000"/>
              </a:lnSpc>
              <a:spcBef>
                <a:spcPts val="0"/>
              </a:spcBef>
              <a:spcAft>
                <a:spcPts val="0"/>
              </a:spcAft>
              <a:buSzPts val="1800"/>
              <a:buNone/>
              <a:defRPr sz="1800"/>
            </a:lvl7pPr>
            <a:lvl8pPr lvl="7" algn="r">
              <a:lnSpc>
                <a:spcPct val="100000"/>
              </a:lnSpc>
              <a:spcBef>
                <a:spcPts val="0"/>
              </a:spcBef>
              <a:spcAft>
                <a:spcPts val="0"/>
              </a:spcAft>
              <a:buSzPts val="1800"/>
              <a:buNone/>
              <a:defRPr sz="1800"/>
            </a:lvl8pPr>
            <a:lvl9pPr lvl="8" algn="r">
              <a:lnSpc>
                <a:spcPct val="100000"/>
              </a:lnSpc>
              <a:spcBef>
                <a:spcPts val="0"/>
              </a:spcBef>
              <a:spcAft>
                <a:spcPts val="0"/>
              </a:spcAft>
              <a:buSzPts val="1800"/>
              <a:buNone/>
              <a:defRPr sz="1800"/>
            </a:lvl9pPr>
          </a:lstStyle>
          <a:p/>
        </p:txBody>
      </p:sp>
      <p:sp>
        <p:nvSpPr>
          <p:cNvPr id="74" name="Google Shape;74;p14"/>
          <p:cNvSpPr txBox="1"/>
          <p:nvPr>
            <p:ph idx="5" type="subTitle"/>
          </p:nvPr>
        </p:nvSpPr>
        <p:spPr>
          <a:xfrm>
            <a:off x="4878076" y="1886725"/>
            <a:ext cx="16482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000"/>
              <a:buNone/>
              <a:defRPr sz="1000"/>
            </a:lvl1pPr>
            <a:lvl2pPr lvl="1" algn="r">
              <a:lnSpc>
                <a:spcPct val="100000"/>
              </a:lnSpc>
              <a:spcBef>
                <a:spcPts val="0"/>
              </a:spcBef>
              <a:spcAft>
                <a:spcPts val="0"/>
              </a:spcAft>
              <a:buSzPts val="1000"/>
              <a:buNone/>
              <a:defRPr sz="1000"/>
            </a:lvl2pPr>
            <a:lvl3pPr lvl="2" algn="r">
              <a:lnSpc>
                <a:spcPct val="100000"/>
              </a:lnSpc>
              <a:spcBef>
                <a:spcPts val="0"/>
              </a:spcBef>
              <a:spcAft>
                <a:spcPts val="0"/>
              </a:spcAft>
              <a:buSzPts val="1000"/>
              <a:buNone/>
              <a:defRPr sz="1000"/>
            </a:lvl3pPr>
            <a:lvl4pPr lvl="3" algn="r">
              <a:lnSpc>
                <a:spcPct val="100000"/>
              </a:lnSpc>
              <a:spcBef>
                <a:spcPts val="0"/>
              </a:spcBef>
              <a:spcAft>
                <a:spcPts val="0"/>
              </a:spcAft>
              <a:buSzPts val="1000"/>
              <a:buNone/>
              <a:defRPr sz="1000"/>
            </a:lvl4pPr>
            <a:lvl5pPr lvl="4" algn="r">
              <a:lnSpc>
                <a:spcPct val="100000"/>
              </a:lnSpc>
              <a:spcBef>
                <a:spcPts val="0"/>
              </a:spcBef>
              <a:spcAft>
                <a:spcPts val="0"/>
              </a:spcAft>
              <a:buSzPts val="1000"/>
              <a:buNone/>
              <a:defRPr sz="1000"/>
            </a:lvl5pPr>
            <a:lvl6pPr lvl="5" algn="r">
              <a:lnSpc>
                <a:spcPct val="100000"/>
              </a:lnSpc>
              <a:spcBef>
                <a:spcPts val="0"/>
              </a:spcBef>
              <a:spcAft>
                <a:spcPts val="0"/>
              </a:spcAft>
              <a:buSzPts val="1000"/>
              <a:buNone/>
              <a:defRPr sz="1000"/>
            </a:lvl6pPr>
            <a:lvl7pPr lvl="6" algn="r">
              <a:lnSpc>
                <a:spcPct val="100000"/>
              </a:lnSpc>
              <a:spcBef>
                <a:spcPts val="0"/>
              </a:spcBef>
              <a:spcAft>
                <a:spcPts val="0"/>
              </a:spcAft>
              <a:buSzPts val="1000"/>
              <a:buNone/>
              <a:defRPr sz="1000"/>
            </a:lvl7pPr>
            <a:lvl8pPr lvl="7" algn="r">
              <a:lnSpc>
                <a:spcPct val="100000"/>
              </a:lnSpc>
              <a:spcBef>
                <a:spcPts val="0"/>
              </a:spcBef>
              <a:spcAft>
                <a:spcPts val="0"/>
              </a:spcAft>
              <a:buSzPts val="1000"/>
              <a:buNone/>
              <a:defRPr sz="1000"/>
            </a:lvl8pPr>
            <a:lvl9pPr lvl="8" algn="r">
              <a:lnSpc>
                <a:spcPct val="100000"/>
              </a:lnSpc>
              <a:spcBef>
                <a:spcPts val="0"/>
              </a:spcBef>
              <a:spcAft>
                <a:spcPts val="0"/>
              </a:spcAft>
              <a:buSzPts val="1000"/>
              <a:buNone/>
              <a:defRPr sz="1000"/>
            </a:lvl9pPr>
          </a:lstStyle>
          <a:p/>
        </p:txBody>
      </p:sp>
      <p:sp>
        <p:nvSpPr>
          <p:cNvPr id="75" name="Google Shape;75;p14"/>
          <p:cNvSpPr txBox="1"/>
          <p:nvPr>
            <p:ph idx="6" type="ctrTitle"/>
          </p:nvPr>
        </p:nvSpPr>
        <p:spPr>
          <a:xfrm rot="5400000">
            <a:off x="6865575" y="1466125"/>
            <a:ext cx="25530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6" name="Google Shape;76;p14"/>
          <p:cNvSpPr txBox="1"/>
          <p:nvPr>
            <p:ph idx="7" type="ctrTitle"/>
          </p:nvPr>
        </p:nvSpPr>
        <p:spPr>
          <a:xfrm>
            <a:off x="656422" y="3367816"/>
            <a:ext cx="1881300" cy="6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77" name="Google Shape;77;p14"/>
          <p:cNvSpPr txBox="1"/>
          <p:nvPr>
            <p:ph idx="8" type="subTitle"/>
          </p:nvPr>
        </p:nvSpPr>
        <p:spPr>
          <a:xfrm>
            <a:off x="656425" y="3860125"/>
            <a:ext cx="15639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78" name="Google Shape;78;p14"/>
          <p:cNvSpPr txBox="1"/>
          <p:nvPr>
            <p:ph idx="9" type="ctrTitle"/>
          </p:nvPr>
        </p:nvSpPr>
        <p:spPr>
          <a:xfrm>
            <a:off x="2650710" y="3367816"/>
            <a:ext cx="1881300" cy="64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9" name="Google Shape;79;p14"/>
          <p:cNvSpPr txBox="1"/>
          <p:nvPr>
            <p:ph idx="13" type="subTitle"/>
          </p:nvPr>
        </p:nvSpPr>
        <p:spPr>
          <a:xfrm>
            <a:off x="2610700" y="3860125"/>
            <a:ext cx="1961400" cy="11124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1000"/>
              <a:buNone/>
              <a:defRPr sz="1000"/>
            </a:lvl2pPr>
            <a:lvl3pPr lvl="2" algn="ctr">
              <a:lnSpc>
                <a:spcPct val="100000"/>
              </a:lnSpc>
              <a:spcBef>
                <a:spcPts val="0"/>
              </a:spcBef>
              <a:spcAft>
                <a:spcPts val="0"/>
              </a:spcAft>
              <a:buSzPts val="1000"/>
              <a:buNone/>
              <a:defRPr sz="1000"/>
            </a:lvl3pPr>
            <a:lvl4pPr lvl="3" algn="ctr">
              <a:lnSpc>
                <a:spcPct val="100000"/>
              </a:lnSpc>
              <a:spcBef>
                <a:spcPts val="0"/>
              </a:spcBef>
              <a:spcAft>
                <a:spcPts val="0"/>
              </a:spcAft>
              <a:buSzPts val="1000"/>
              <a:buNone/>
              <a:defRPr sz="1000"/>
            </a:lvl4pPr>
            <a:lvl5pPr lvl="4" algn="ctr">
              <a:lnSpc>
                <a:spcPct val="100000"/>
              </a:lnSpc>
              <a:spcBef>
                <a:spcPts val="0"/>
              </a:spcBef>
              <a:spcAft>
                <a:spcPts val="0"/>
              </a:spcAft>
              <a:buSzPts val="1000"/>
              <a:buNone/>
              <a:defRPr sz="1000"/>
            </a:lvl5pPr>
            <a:lvl6pPr lvl="5" algn="ctr">
              <a:lnSpc>
                <a:spcPct val="100000"/>
              </a:lnSpc>
              <a:spcBef>
                <a:spcPts val="0"/>
              </a:spcBef>
              <a:spcAft>
                <a:spcPts val="0"/>
              </a:spcAft>
              <a:buSzPts val="1000"/>
              <a:buNone/>
              <a:defRPr sz="1000"/>
            </a:lvl6pPr>
            <a:lvl7pPr lvl="6" algn="ctr">
              <a:lnSpc>
                <a:spcPct val="100000"/>
              </a:lnSpc>
              <a:spcBef>
                <a:spcPts val="0"/>
              </a:spcBef>
              <a:spcAft>
                <a:spcPts val="0"/>
              </a:spcAft>
              <a:buSzPts val="1000"/>
              <a:buNone/>
              <a:defRPr sz="1000"/>
            </a:lvl7pPr>
            <a:lvl8pPr lvl="7" algn="ctr">
              <a:lnSpc>
                <a:spcPct val="100000"/>
              </a:lnSpc>
              <a:spcBef>
                <a:spcPts val="0"/>
              </a:spcBef>
              <a:spcAft>
                <a:spcPts val="0"/>
              </a:spcAft>
              <a:buSzPts val="1000"/>
              <a:buNone/>
              <a:defRPr sz="1000"/>
            </a:lvl8pPr>
            <a:lvl9pPr lvl="8" algn="ctr">
              <a:lnSpc>
                <a:spcPct val="100000"/>
              </a:lnSpc>
              <a:spcBef>
                <a:spcPts val="0"/>
              </a:spcBef>
              <a:spcAft>
                <a:spcPts val="0"/>
              </a:spcAft>
              <a:buSzPts val="1000"/>
              <a:buNone/>
              <a:defRPr sz="1000"/>
            </a:lvl9pPr>
          </a:lstStyle>
          <a:p/>
        </p:txBody>
      </p:sp>
      <p:sp>
        <p:nvSpPr>
          <p:cNvPr id="80" name="Google Shape;80;p14"/>
          <p:cNvSpPr txBox="1"/>
          <p:nvPr>
            <p:ph idx="14" type="ctrTitle"/>
          </p:nvPr>
        </p:nvSpPr>
        <p:spPr>
          <a:xfrm>
            <a:off x="4638106" y="3367816"/>
            <a:ext cx="1881300" cy="6447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1800"/>
              <a:buNone/>
              <a:defRPr sz="1800"/>
            </a:lvl1pPr>
            <a:lvl2pPr lvl="1" algn="r">
              <a:lnSpc>
                <a:spcPct val="100000"/>
              </a:lnSpc>
              <a:spcBef>
                <a:spcPts val="0"/>
              </a:spcBef>
              <a:spcAft>
                <a:spcPts val="0"/>
              </a:spcAft>
              <a:buSzPts val="1800"/>
              <a:buNone/>
              <a:defRPr sz="1800"/>
            </a:lvl2pPr>
            <a:lvl3pPr lvl="2" algn="r">
              <a:lnSpc>
                <a:spcPct val="100000"/>
              </a:lnSpc>
              <a:spcBef>
                <a:spcPts val="0"/>
              </a:spcBef>
              <a:spcAft>
                <a:spcPts val="0"/>
              </a:spcAft>
              <a:buSzPts val="1800"/>
              <a:buNone/>
              <a:defRPr sz="1800"/>
            </a:lvl3pPr>
            <a:lvl4pPr lvl="3" algn="r">
              <a:lnSpc>
                <a:spcPct val="100000"/>
              </a:lnSpc>
              <a:spcBef>
                <a:spcPts val="0"/>
              </a:spcBef>
              <a:spcAft>
                <a:spcPts val="0"/>
              </a:spcAft>
              <a:buSzPts val="1800"/>
              <a:buNone/>
              <a:defRPr sz="1800"/>
            </a:lvl4pPr>
            <a:lvl5pPr lvl="4" algn="r">
              <a:lnSpc>
                <a:spcPct val="100000"/>
              </a:lnSpc>
              <a:spcBef>
                <a:spcPts val="0"/>
              </a:spcBef>
              <a:spcAft>
                <a:spcPts val="0"/>
              </a:spcAft>
              <a:buSzPts val="1800"/>
              <a:buNone/>
              <a:defRPr sz="1800"/>
            </a:lvl5pPr>
            <a:lvl6pPr lvl="5" algn="r">
              <a:lnSpc>
                <a:spcPct val="100000"/>
              </a:lnSpc>
              <a:spcBef>
                <a:spcPts val="0"/>
              </a:spcBef>
              <a:spcAft>
                <a:spcPts val="0"/>
              </a:spcAft>
              <a:buSzPts val="1800"/>
              <a:buNone/>
              <a:defRPr sz="1800"/>
            </a:lvl6pPr>
            <a:lvl7pPr lvl="6" algn="r">
              <a:lnSpc>
                <a:spcPct val="100000"/>
              </a:lnSpc>
              <a:spcBef>
                <a:spcPts val="0"/>
              </a:spcBef>
              <a:spcAft>
                <a:spcPts val="0"/>
              </a:spcAft>
              <a:buSzPts val="1800"/>
              <a:buNone/>
              <a:defRPr sz="1800"/>
            </a:lvl7pPr>
            <a:lvl8pPr lvl="7" algn="r">
              <a:lnSpc>
                <a:spcPct val="100000"/>
              </a:lnSpc>
              <a:spcBef>
                <a:spcPts val="0"/>
              </a:spcBef>
              <a:spcAft>
                <a:spcPts val="0"/>
              </a:spcAft>
              <a:buSzPts val="1800"/>
              <a:buNone/>
              <a:defRPr sz="1800"/>
            </a:lvl8pPr>
            <a:lvl9pPr lvl="8" algn="r">
              <a:lnSpc>
                <a:spcPct val="100000"/>
              </a:lnSpc>
              <a:spcBef>
                <a:spcPts val="0"/>
              </a:spcBef>
              <a:spcAft>
                <a:spcPts val="0"/>
              </a:spcAft>
              <a:buSzPts val="1800"/>
              <a:buNone/>
              <a:defRPr sz="1800"/>
            </a:lvl9pPr>
          </a:lstStyle>
          <a:p/>
        </p:txBody>
      </p:sp>
      <p:sp>
        <p:nvSpPr>
          <p:cNvPr id="81" name="Google Shape;81;p14"/>
          <p:cNvSpPr txBox="1"/>
          <p:nvPr>
            <p:ph idx="15" type="subTitle"/>
          </p:nvPr>
        </p:nvSpPr>
        <p:spPr>
          <a:xfrm>
            <a:off x="4878076" y="3860125"/>
            <a:ext cx="16482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000"/>
              <a:buNone/>
              <a:defRPr sz="1000"/>
            </a:lvl1pPr>
            <a:lvl2pPr lvl="1" algn="r">
              <a:lnSpc>
                <a:spcPct val="100000"/>
              </a:lnSpc>
              <a:spcBef>
                <a:spcPts val="0"/>
              </a:spcBef>
              <a:spcAft>
                <a:spcPts val="0"/>
              </a:spcAft>
              <a:buSzPts val="1000"/>
              <a:buNone/>
              <a:defRPr sz="1000"/>
            </a:lvl2pPr>
            <a:lvl3pPr lvl="2" algn="r">
              <a:lnSpc>
                <a:spcPct val="100000"/>
              </a:lnSpc>
              <a:spcBef>
                <a:spcPts val="0"/>
              </a:spcBef>
              <a:spcAft>
                <a:spcPts val="0"/>
              </a:spcAft>
              <a:buSzPts val="1000"/>
              <a:buNone/>
              <a:defRPr sz="1000"/>
            </a:lvl3pPr>
            <a:lvl4pPr lvl="3" algn="r">
              <a:lnSpc>
                <a:spcPct val="100000"/>
              </a:lnSpc>
              <a:spcBef>
                <a:spcPts val="0"/>
              </a:spcBef>
              <a:spcAft>
                <a:spcPts val="0"/>
              </a:spcAft>
              <a:buSzPts val="1000"/>
              <a:buNone/>
              <a:defRPr sz="1000"/>
            </a:lvl4pPr>
            <a:lvl5pPr lvl="4" algn="r">
              <a:lnSpc>
                <a:spcPct val="100000"/>
              </a:lnSpc>
              <a:spcBef>
                <a:spcPts val="0"/>
              </a:spcBef>
              <a:spcAft>
                <a:spcPts val="0"/>
              </a:spcAft>
              <a:buSzPts val="1000"/>
              <a:buNone/>
              <a:defRPr sz="1000"/>
            </a:lvl5pPr>
            <a:lvl6pPr lvl="5" algn="r">
              <a:lnSpc>
                <a:spcPct val="100000"/>
              </a:lnSpc>
              <a:spcBef>
                <a:spcPts val="0"/>
              </a:spcBef>
              <a:spcAft>
                <a:spcPts val="0"/>
              </a:spcAft>
              <a:buSzPts val="1000"/>
              <a:buNone/>
              <a:defRPr sz="1000"/>
            </a:lvl6pPr>
            <a:lvl7pPr lvl="6" algn="r">
              <a:lnSpc>
                <a:spcPct val="100000"/>
              </a:lnSpc>
              <a:spcBef>
                <a:spcPts val="0"/>
              </a:spcBef>
              <a:spcAft>
                <a:spcPts val="0"/>
              </a:spcAft>
              <a:buSzPts val="1000"/>
              <a:buNone/>
              <a:defRPr sz="1000"/>
            </a:lvl7pPr>
            <a:lvl8pPr lvl="7" algn="r">
              <a:lnSpc>
                <a:spcPct val="100000"/>
              </a:lnSpc>
              <a:spcBef>
                <a:spcPts val="0"/>
              </a:spcBef>
              <a:spcAft>
                <a:spcPts val="0"/>
              </a:spcAft>
              <a:buSzPts val="1000"/>
              <a:buNone/>
              <a:defRPr sz="1000"/>
            </a:lvl8pPr>
            <a:lvl9pPr lvl="8" algn="r">
              <a:lnSpc>
                <a:spcPct val="100000"/>
              </a:lnSpc>
              <a:spcBef>
                <a:spcPts val="0"/>
              </a:spcBef>
              <a:spcAft>
                <a:spcPts val="0"/>
              </a:spcAft>
              <a:buSzPts val="1000"/>
              <a:buNone/>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1">
  <p:cSld name="CUSTOM_21">
    <p:spTree>
      <p:nvGrpSpPr>
        <p:cNvPr id="82" name="Shape 82"/>
        <p:cNvGrpSpPr/>
        <p:nvPr/>
      </p:nvGrpSpPr>
      <p:grpSpPr>
        <a:xfrm>
          <a:off x="0" y="0"/>
          <a:ext cx="0" cy="0"/>
          <a:chOff x="0" y="0"/>
          <a:chExt cx="0" cy="0"/>
        </a:xfrm>
      </p:grpSpPr>
      <p:sp>
        <p:nvSpPr>
          <p:cNvPr id="83" name="Google Shape;83;p15"/>
          <p:cNvSpPr txBox="1"/>
          <p:nvPr>
            <p:ph idx="1" type="subTitle"/>
          </p:nvPr>
        </p:nvSpPr>
        <p:spPr>
          <a:xfrm>
            <a:off x="4633950" y="1847896"/>
            <a:ext cx="18180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84" name="Google Shape;84;p15"/>
          <p:cNvSpPr txBox="1"/>
          <p:nvPr>
            <p:ph idx="2" type="subTitle"/>
          </p:nvPr>
        </p:nvSpPr>
        <p:spPr>
          <a:xfrm>
            <a:off x="4633950" y="3827870"/>
            <a:ext cx="18180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SzPts val="1000"/>
              <a:buNone/>
              <a:defRPr sz="1000"/>
            </a:lvl2pPr>
            <a:lvl3pPr lvl="2" algn="l">
              <a:lnSpc>
                <a:spcPct val="100000"/>
              </a:lnSpc>
              <a:spcBef>
                <a:spcPts val="0"/>
              </a:spcBef>
              <a:spcAft>
                <a:spcPts val="0"/>
              </a:spcAft>
              <a:buSzPts val="1000"/>
              <a:buNone/>
              <a:defRPr sz="1000"/>
            </a:lvl3pPr>
            <a:lvl4pPr lvl="3" algn="l">
              <a:lnSpc>
                <a:spcPct val="100000"/>
              </a:lnSpc>
              <a:spcBef>
                <a:spcPts val="0"/>
              </a:spcBef>
              <a:spcAft>
                <a:spcPts val="0"/>
              </a:spcAft>
              <a:buSzPts val="1000"/>
              <a:buNone/>
              <a:defRPr sz="1000"/>
            </a:lvl4pPr>
            <a:lvl5pPr lvl="4" algn="l">
              <a:lnSpc>
                <a:spcPct val="100000"/>
              </a:lnSpc>
              <a:spcBef>
                <a:spcPts val="0"/>
              </a:spcBef>
              <a:spcAft>
                <a:spcPts val="0"/>
              </a:spcAft>
              <a:buSzPts val="1000"/>
              <a:buNone/>
              <a:defRPr sz="1000"/>
            </a:lvl5pPr>
            <a:lvl6pPr lvl="5" algn="l">
              <a:lnSpc>
                <a:spcPct val="100000"/>
              </a:lnSpc>
              <a:spcBef>
                <a:spcPts val="0"/>
              </a:spcBef>
              <a:spcAft>
                <a:spcPts val="0"/>
              </a:spcAft>
              <a:buSzPts val="1000"/>
              <a:buNone/>
              <a:defRPr sz="1000"/>
            </a:lvl6pPr>
            <a:lvl7pPr lvl="6" algn="l">
              <a:lnSpc>
                <a:spcPct val="100000"/>
              </a:lnSpc>
              <a:spcBef>
                <a:spcPts val="0"/>
              </a:spcBef>
              <a:spcAft>
                <a:spcPts val="0"/>
              </a:spcAft>
              <a:buSzPts val="1000"/>
              <a:buNone/>
              <a:defRPr sz="1000"/>
            </a:lvl7pPr>
            <a:lvl8pPr lvl="7" algn="l">
              <a:lnSpc>
                <a:spcPct val="100000"/>
              </a:lnSpc>
              <a:spcBef>
                <a:spcPts val="0"/>
              </a:spcBef>
              <a:spcAft>
                <a:spcPts val="0"/>
              </a:spcAft>
              <a:buSzPts val="1000"/>
              <a:buNone/>
              <a:defRPr sz="1000"/>
            </a:lvl8pPr>
            <a:lvl9pPr lvl="8" algn="l">
              <a:lnSpc>
                <a:spcPct val="100000"/>
              </a:lnSpc>
              <a:spcBef>
                <a:spcPts val="0"/>
              </a:spcBef>
              <a:spcAft>
                <a:spcPts val="0"/>
              </a:spcAft>
              <a:buSzPts val="1000"/>
              <a:buNone/>
              <a:defRPr sz="1000"/>
            </a:lvl9pPr>
          </a:lstStyle>
          <a:p/>
        </p:txBody>
      </p:sp>
      <p:sp>
        <p:nvSpPr>
          <p:cNvPr id="85" name="Google Shape;85;p15"/>
          <p:cNvSpPr txBox="1"/>
          <p:nvPr>
            <p:ph type="ctrTitle"/>
          </p:nvPr>
        </p:nvSpPr>
        <p:spPr>
          <a:xfrm>
            <a:off x="4633950" y="1539296"/>
            <a:ext cx="2619300" cy="384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6" name="Google Shape;86;p15"/>
          <p:cNvSpPr txBox="1"/>
          <p:nvPr>
            <p:ph idx="3" type="ctrTitle"/>
          </p:nvPr>
        </p:nvSpPr>
        <p:spPr>
          <a:xfrm>
            <a:off x="4633950" y="3519270"/>
            <a:ext cx="2619300" cy="384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87" name="Google Shape;87;p15"/>
          <p:cNvSpPr txBox="1"/>
          <p:nvPr>
            <p:ph idx="4" type="ctrTitle"/>
          </p:nvPr>
        </p:nvSpPr>
        <p:spPr>
          <a:xfrm rot="5400000">
            <a:off x="6917175" y="1414524"/>
            <a:ext cx="2449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510">
          <p15:clr>
            <a:srgbClr val="FA7B17"/>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5">
  <p:cSld name="CUSTOM_32">
    <p:spTree>
      <p:nvGrpSpPr>
        <p:cNvPr id="88" name="Shape 88"/>
        <p:cNvGrpSpPr/>
        <p:nvPr/>
      </p:nvGrpSpPr>
      <p:grpSpPr>
        <a:xfrm>
          <a:off x="0" y="0"/>
          <a:ext cx="0" cy="0"/>
          <a:chOff x="0" y="0"/>
          <a:chExt cx="0" cy="0"/>
        </a:xfrm>
      </p:grpSpPr>
      <p:sp>
        <p:nvSpPr>
          <p:cNvPr id="89" name="Google Shape;89;p16"/>
          <p:cNvSpPr txBox="1"/>
          <p:nvPr>
            <p:ph idx="1" type="subTitle"/>
          </p:nvPr>
        </p:nvSpPr>
        <p:spPr>
          <a:xfrm>
            <a:off x="2258125" y="3106325"/>
            <a:ext cx="3029100" cy="10095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200"/>
              <a:buNone/>
              <a:defRPr sz="1100"/>
            </a:lvl1pPr>
            <a:lvl2pPr lvl="1" algn="l">
              <a:lnSpc>
                <a:spcPct val="115000"/>
              </a:lnSpc>
              <a:spcBef>
                <a:spcPts val="1600"/>
              </a:spcBef>
              <a:spcAft>
                <a:spcPts val="0"/>
              </a:spcAft>
              <a:buSzPts val="12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200"/>
              <a:buNone/>
              <a:defRPr/>
            </a:lvl4pPr>
            <a:lvl5pPr lvl="4" algn="l">
              <a:lnSpc>
                <a:spcPct val="115000"/>
              </a:lnSpc>
              <a:spcBef>
                <a:spcPts val="1600"/>
              </a:spcBef>
              <a:spcAft>
                <a:spcPts val="0"/>
              </a:spcAft>
              <a:buSzPts val="1200"/>
              <a:buNone/>
              <a:defRPr/>
            </a:lvl5pPr>
            <a:lvl6pPr lvl="5" algn="l">
              <a:lnSpc>
                <a:spcPct val="115000"/>
              </a:lnSpc>
              <a:spcBef>
                <a:spcPts val="1600"/>
              </a:spcBef>
              <a:spcAft>
                <a:spcPts val="0"/>
              </a:spcAft>
              <a:buSzPts val="1200"/>
              <a:buNone/>
              <a:defRPr/>
            </a:lvl6pPr>
            <a:lvl7pPr lvl="6" algn="l">
              <a:lnSpc>
                <a:spcPct val="115000"/>
              </a:lnSpc>
              <a:spcBef>
                <a:spcPts val="1600"/>
              </a:spcBef>
              <a:spcAft>
                <a:spcPts val="0"/>
              </a:spcAft>
              <a:buSzPts val="1200"/>
              <a:buNone/>
              <a:defRPr/>
            </a:lvl7pPr>
            <a:lvl8pPr lvl="7" algn="l">
              <a:lnSpc>
                <a:spcPct val="115000"/>
              </a:lnSpc>
              <a:spcBef>
                <a:spcPts val="1600"/>
              </a:spcBef>
              <a:spcAft>
                <a:spcPts val="0"/>
              </a:spcAft>
              <a:buSzPts val="1200"/>
              <a:buNone/>
              <a:defRPr/>
            </a:lvl8pPr>
            <a:lvl9pPr lvl="8" algn="l">
              <a:lnSpc>
                <a:spcPct val="115000"/>
              </a:lnSpc>
              <a:spcBef>
                <a:spcPts val="1600"/>
              </a:spcBef>
              <a:spcAft>
                <a:spcPts val="1600"/>
              </a:spcAft>
              <a:buSzPts val="1200"/>
              <a:buNone/>
              <a:defRPr/>
            </a:lvl9pPr>
          </a:lstStyle>
          <a:p/>
        </p:txBody>
      </p:sp>
      <p:sp>
        <p:nvSpPr>
          <p:cNvPr id="90" name="Google Shape;90;p16"/>
          <p:cNvSpPr txBox="1"/>
          <p:nvPr>
            <p:ph type="ctrTitle"/>
          </p:nvPr>
        </p:nvSpPr>
        <p:spPr>
          <a:xfrm rot="5400000">
            <a:off x="7241489" y="1041025"/>
            <a:ext cx="1702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s 4">
  <p:cSld name="CUSTOM_33">
    <p:spTree>
      <p:nvGrpSpPr>
        <p:cNvPr id="91" name="Shape 91"/>
        <p:cNvGrpSpPr/>
        <p:nvPr/>
      </p:nvGrpSpPr>
      <p:grpSpPr>
        <a:xfrm>
          <a:off x="0" y="0"/>
          <a:ext cx="0" cy="0"/>
          <a:chOff x="0" y="0"/>
          <a:chExt cx="0" cy="0"/>
        </a:xfrm>
      </p:grpSpPr>
      <p:sp>
        <p:nvSpPr>
          <p:cNvPr id="92" name="Google Shape;92;p17"/>
          <p:cNvSpPr txBox="1"/>
          <p:nvPr>
            <p:ph idx="1" type="subTitle"/>
          </p:nvPr>
        </p:nvSpPr>
        <p:spPr>
          <a:xfrm flipH="1">
            <a:off x="840600" y="2432150"/>
            <a:ext cx="1650300" cy="7536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000">
                <a:solidFill>
                  <a:srgbClr val="000000"/>
                </a:solidFill>
              </a:defRPr>
            </a:lvl1pPr>
            <a:lvl2pPr lvl="1" algn="ctr">
              <a:lnSpc>
                <a:spcPct val="100000"/>
              </a:lnSpc>
              <a:spcBef>
                <a:spcPts val="0"/>
              </a:spcBef>
              <a:spcAft>
                <a:spcPts val="0"/>
              </a:spcAft>
              <a:buClr>
                <a:srgbClr val="000000"/>
              </a:buClr>
              <a:buSzPts val="1000"/>
              <a:buNone/>
              <a:defRPr sz="1000">
                <a:solidFill>
                  <a:srgbClr val="000000"/>
                </a:solidFill>
              </a:defRPr>
            </a:lvl2pPr>
            <a:lvl3pPr lvl="2" algn="ctr">
              <a:lnSpc>
                <a:spcPct val="100000"/>
              </a:lnSpc>
              <a:spcBef>
                <a:spcPts val="0"/>
              </a:spcBef>
              <a:spcAft>
                <a:spcPts val="0"/>
              </a:spcAft>
              <a:buClr>
                <a:srgbClr val="000000"/>
              </a:buClr>
              <a:buSzPts val="1000"/>
              <a:buNone/>
              <a:defRPr sz="1000">
                <a:solidFill>
                  <a:srgbClr val="000000"/>
                </a:solidFill>
              </a:defRPr>
            </a:lvl3pPr>
            <a:lvl4pPr lvl="3" algn="ctr">
              <a:lnSpc>
                <a:spcPct val="100000"/>
              </a:lnSpc>
              <a:spcBef>
                <a:spcPts val="0"/>
              </a:spcBef>
              <a:spcAft>
                <a:spcPts val="0"/>
              </a:spcAft>
              <a:buClr>
                <a:srgbClr val="000000"/>
              </a:buClr>
              <a:buSzPts val="1000"/>
              <a:buNone/>
              <a:defRPr sz="1000">
                <a:solidFill>
                  <a:srgbClr val="000000"/>
                </a:solidFill>
              </a:defRPr>
            </a:lvl4pPr>
            <a:lvl5pPr lvl="4" algn="ctr">
              <a:lnSpc>
                <a:spcPct val="100000"/>
              </a:lnSpc>
              <a:spcBef>
                <a:spcPts val="0"/>
              </a:spcBef>
              <a:spcAft>
                <a:spcPts val="0"/>
              </a:spcAft>
              <a:buClr>
                <a:srgbClr val="000000"/>
              </a:buClr>
              <a:buSzPts val="1000"/>
              <a:buNone/>
              <a:defRPr sz="1000">
                <a:solidFill>
                  <a:srgbClr val="000000"/>
                </a:solidFill>
              </a:defRPr>
            </a:lvl5pPr>
            <a:lvl6pPr lvl="5" algn="ctr">
              <a:lnSpc>
                <a:spcPct val="100000"/>
              </a:lnSpc>
              <a:spcBef>
                <a:spcPts val="0"/>
              </a:spcBef>
              <a:spcAft>
                <a:spcPts val="0"/>
              </a:spcAft>
              <a:buClr>
                <a:srgbClr val="000000"/>
              </a:buClr>
              <a:buSzPts val="1000"/>
              <a:buNone/>
              <a:defRPr sz="1000">
                <a:solidFill>
                  <a:srgbClr val="000000"/>
                </a:solidFill>
              </a:defRPr>
            </a:lvl6pPr>
            <a:lvl7pPr lvl="6" algn="ctr">
              <a:lnSpc>
                <a:spcPct val="100000"/>
              </a:lnSpc>
              <a:spcBef>
                <a:spcPts val="0"/>
              </a:spcBef>
              <a:spcAft>
                <a:spcPts val="0"/>
              </a:spcAft>
              <a:buClr>
                <a:srgbClr val="000000"/>
              </a:buClr>
              <a:buSzPts val="1000"/>
              <a:buNone/>
              <a:defRPr sz="1000">
                <a:solidFill>
                  <a:srgbClr val="000000"/>
                </a:solidFill>
              </a:defRPr>
            </a:lvl7pPr>
            <a:lvl8pPr lvl="7" algn="ctr">
              <a:lnSpc>
                <a:spcPct val="100000"/>
              </a:lnSpc>
              <a:spcBef>
                <a:spcPts val="0"/>
              </a:spcBef>
              <a:spcAft>
                <a:spcPts val="0"/>
              </a:spcAft>
              <a:buClr>
                <a:srgbClr val="000000"/>
              </a:buClr>
              <a:buSzPts val="1000"/>
              <a:buNone/>
              <a:defRPr sz="1000">
                <a:solidFill>
                  <a:srgbClr val="000000"/>
                </a:solidFill>
              </a:defRPr>
            </a:lvl8pPr>
            <a:lvl9pPr lvl="8" algn="ctr">
              <a:lnSpc>
                <a:spcPct val="100000"/>
              </a:lnSpc>
              <a:spcBef>
                <a:spcPts val="0"/>
              </a:spcBef>
              <a:spcAft>
                <a:spcPts val="0"/>
              </a:spcAft>
              <a:buClr>
                <a:srgbClr val="000000"/>
              </a:buClr>
              <a:buSzPts val="1000"/>
              <a:buNone/>
              <a:defRPr sz="1000">
                <a:solidFill>
                  <a:srgbClr val="000000"/>
                </a:solidFill>
              </a:defRPr>
            </a:lvl9pPr>
          </a:lstStyle>
          <a:p/>
        </p:txBody>
      </p:sp>
      <p:sp>
        <p:nvSpPr>
          <p:cNvPr id="93" name="Google Shape;93;p17"/>
          <p:cNvSpPr txBox="1"/>
          <p:nvPr>
            <p:ph idx="2" type="subTitle"/>
          </p:nvPr>
        </p:nvSpPr>
        <p:spPr>
          <a:xfrm>
            <a:off x="4702174" y="1049093"/>
            <a:ext cx="19602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000">
                <a:solidFill>
                  <a:srgbClr val="000000"/>
                </a:solidFill>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94" name="Google Shape;94;p17"/>
          <p:cNvSpPr txBox="1"/>
          <p:nvPr>
            <p:ph type="ctrTitle"/>
          </p:nvPr>
        </p:nvSpPr>
        <p:spPr>
          <a:xfrm>
            <a:off x="-533400" y="2047350"/>
            <a:ext cx="3024300" cy="384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95" name="Google Shape;95;p17"/>
          <p:cNvSpPr txBox="1"/>
          <p:nvPr>
            <p:ph idx="3" type="ctrTitle"/>
          </p:nvPr>
        </p:nvSpPr>
        <p:spPr>
          <a:xfrm>
            <a:off x="4702174" y="664293"/>
            <a:ext cx="2619300" cy="384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96" name="Google Shape;96;p17"/>
          <p:cNvSpPr txBox="1"/>
          <p:nvPr>
            <p:ph idx="4" type="subTitle"/>
          </p:nvPr>
        </p:nvSpPr>
        <p:spPr>
          <a:xfrm>
            <a:off x="4702174" y="3788925"/>
            <a:ext cx="22149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000">
                <a:solidFill>
                  <a:srgbClr val="000000"/>
                </a:solidFill>
              </a:defRPr>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97" name="Google Shape;97;p17"/>
          <p:cNvSpPr txBox="1"/>
          <p:nvPr>
            <p:ph idx="5" type="ctrTitle"/>
          </p:nvPr>
        </p:nvSpPr>
        <p:spPr>
          <a:xfrm>
            <a:off x="4702174" y="3389725"/>
            <a:ext cx="2475600" cy="384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98" name="Google Shape;98;p17"/>
          <p:cNvSpPr txBox="1"/>
          <p:nvPr>
            <p:ph idx="6" type="ctrTitle"/>
          </p:nvPr>
        </p:nvSpPr>
        <p:spPr>
          <a:xfrm rot="5400000">
            <a:off x="6860962" y="1407498"/>
            <a:ext cx="2449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extLst>
    <p:ext uri="{DCECCB84-F9BA-43D5-87BE-67443E8EF086}">
      <p15:sldGuideLst>
        <p15:guide id="1" orient="horz" pos="510">
          <p15:clr>
            <a:srgbClr val="FA7B17"/>
          </p15:clr>
        </p15:guide>
        <p15:guide id="2" pos="454">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2">
  <p:cSld name="CUSTOM_34">
    <p:spTree>
      <p:nvGrpSpPr>
        <p:cNvPr id="99" name="Shape 99"/>
        <p:cNvGrpSpPr/>
        <p:nvPr/>
      </p:nvGrpSpPr>
      <p:grpSpPr>
        <a:xfrm>
          <a:off x="0" y="0"/>
          <a:ext cx="0" cy="0"/>
          <a:chOff x="0" y="0"/>
          <a:chExt cx="0" cy="0"/>
        </a:xfrm>
      </p:grpSpPr>
      <p:sp>
        <p:nvSpPr>
          <p:cNvPr id="100" name="Google Shape;100;p18"/>
          <p:cNvSpPr txBox="1"/>
          <p:nvPr>
            <p:ph type="ctrTitle"/>
          </p:nvPr>
        </p:nvSpPr>
        <p:spPr>
          <a:xfrm rot="5400000">
            <a:off x="6860962" y="1407498"/>
            <a:ext cx="2449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1" name="Google Shape;101;p18"/>
          <p:cNvSpPr txBox="1"/>
          <p:nvPr>
            <p:ph idx="1" type="subTitle"/>
          </p:nvPr>
        </p:nvSpPr>
        <p:spPr>
          <a:xfrm>
            <a:off x="1579064" y="2147200"/>
            <a:ext cx="16266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rgbClr val="000000"/>
              </a:buClr>
              <a:buSzPts val="1000"/>
              <a:buNone/>
              <a:defRPr sz="1000"/>
            </a:lvl1pPr>
            <a:lvl2pPr lvl="1" algn="l">
              <a:lnSpc>
                <a:spcPct val="100000"/>
              </a:lnSpc>
              <a:spcBef>
                <a:spcPts val="0"/>
              </a:spcBef>
              <a:spcAft>
                <a:spcPts val="0"/>
              </a:spcAft>
              <a:buClr>
                <a:srgbClr val="000000"/>
              </a:buClr>
              <a:buSzPts val="1000"/>
              <a:buNone/>
              <a:defRPr sz="1000">
                <a:solidFill>
                  <a:srgbClr val="000000"/>
                </a:solidFill>
              </a:defRPr>
            </a:lvl2pPr>
            <a:lvl3pPr lvl="2" algn="l">
              <a:lnSpc>
                <a:spcPct val="100000"/>
              </a:lnSpc>
              <a:spcBef>
                <a:spcPts val="0"/>
              </a:spcBef>
              <a:spcAft>
                <a:spcPts val="0"/>
              </a:spcAft>
              <a:buClr>
                <a:srgbClr val="000000"/>
              </a:buClr>
              <a:buSzPts val="1000"/>
              <a:buNone/>
              <a:defRPr sz="1000">
                <a:solidFill>
                  <a:srgbClr val="000000"/>
                </a:solidFill>
              </a:defRPr>
            </a:lvl3pPr>
            <a:lvl4pPr lvl="3" algn="l">
              <a:lnSpc>
                <a:spcPct val="100000"/>
              </a:lnSpc>
              <a:spcBef>
                <a:spcPts val="0"/>
              </a:spcBef>
              <a:spcAft>
                <a:spcPts val="0"/>
              </a:spcAft>
              <a:buClr>
                <a:srgbClr val="000000"/>
              </a:buClr>
              <a:buSzPts val="1000"/>
              <a:buNone/>
              <a:defRPr sz="1000">
                <a:solidFill>
                  <a:srgbClr val="000000"/>
                </a:solidFill>
              </a:defRPr>
            </a:lvl4pPr>
            <a:lvl5pPr lvl="4" algn="l">
              <a:lnSpc>
                <a:spcPct val="100000"/>
              </a:lnSpc>
              <a:spcBef>
                <a:spcPts val="0"/>
              </a:spcBef>
              <a:spcAft>
                <a:spcPts val="0"/>
              </a:spcAft>
              <a:buClr>
                <a:srgbClr val="000000"/>
              </a:buClr>
              <a:buSzPts val="1000"/>
              <a:buNone/>
              <a:defRPr sz="1000">
                <a:solidFill>
                  <a:srgbClr val="000000"/>
                </a:solidFill>
              </a:defRPr>
            </a:lvl5pPr>
            <a:lvl6pPr lvl="5" algn="l">
              <a:lnSpc>
                <a:spcPct val="100000"/>
              </a:lnSpc>
              <a:spcBef>
                <a:spcPts val="0"/>
              </a:spcBef>
              <a:spcAft>
                <a:spcPts val="0"/>
              </a:spcAft>
              <a:buClr>
                <a:srgbClr val="000000"/>
              </a:buClr>
              <a:buSzPts val="1000"/>
              <a:buNone/>
              <a:defRPr sz="1000">
                <a:solidFill>
                  <a:srgbClr val="000000"/>
                </a:solidFill>
              </a:defRPr>
            </a:lvl6pPr>
            <a:lvl7pPr lvl="6" algn="l">
              <a:lnSpc>
                <a:spcPct val="100000"/>
              </a:lnSpc>
              <a:spcBef>
                <a:spcPts val="0"/>
              </a:spcBef>
              <a:spcAft>
                <a:spcPts val="0"/>
              </a:spcAft>
              <a:buClr>
                <a:srgbClr val="000000"/>
              </a:buClr>
              <a:buSzPts val="1000"/>
              <a:buNone/>
              <a:defRPr sz="1000">
                <a:solidFill>
                  <a:srgbClr val="000000"/>
                </a:solidFill>
              </a:defRPr>
            </a:lvl7pPr>
            <a:lvl8pPr lvl="7" algn="l">
              <a:lnSpc>
                <a:spcPct val="100000"/>
              </a:lnSpc>
              <a:spcBef>
                <a:spcPts val="0"/>
              </a:spcBef>
              <a:spcAft>
                <a:spcPts val="0"/>
              </a:spcAft>
              <a:buClr>
                <a:srgbClr val="000000"/>
              </a:buClr>
              <a:buSzPts val="1000"/>
              <a:buNone/>
              <a:defRPr sz="1000">
                <a:solidFill>
                  <a:srgbClr val="000000"/>
                </a:solidFill>
              </a:defRPr>
            </a:lvl8pPr>
            <a:lvl9pPr lvl="8" algn="l">
              <a:lnSpc>
                <a:spcPct val="100000"/>
              </a:lnSpc>
              <a:spcBef>
                <a:spcPts val="0"/>
              </a:spcBef>
              <a:spcAft>
                <a:spcPts val="0"/>
              </a:spcAft>
              <a:buClr>
                <a:srgbClr val="000000"/>
              </a:buClr>
              <a:buSzPts val="1000"/>
              <a:buNone/>
              <a:defRPr sz="1000">
                <a:solidFill>
                  <a:srgbClr val="000000"/>
                </a:solidFill>
              </a:defRPr>
            </a:lvl9pPr>
          </a:lstStyle>
          <a:p/>
        </p:txBody>
      </p:sp>
      <p:sp>
        <p:nvSpPr>
          <p:cNvPr id="102" name="Google Shape;102;p18"/>
          <p:cNvSpPr txBox="1"/>
          <p:nvPr>
            <p:ph idx="2" type="ctrTitle"/>
          </p:nvPr>
        </p:nvSpPr>
        <p:spPr>
          <a:xfrm>
            <a:off x="1579064" y="1762400"/>
            <a:ext cx="2619300" cy="384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03" name="Google Shape;103;p18"/>
          <p:cNvSpPr txBox="1"/>
          <p:nvPr>
            <p:ph idx="3" type="subTitle"/>
          </p:nvPr>
        </p:nvSpPr>
        <p:spPr>
          <a:xfrm>
            <a:off x="4068269" y="2147200"/>
            <a:ext cx="1626600" cy="11124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Clr>
                <a:srgbClr val="000000"/>
              </a:buClr>
              <a:buSzPts val="1000"/>
              <a:buNone/>
              <a:defRPr sz="1000">
                <a:solidFill>
                  <a:srgbClr val="000000"/>
                </a:solidFill>
              </a:defRPr>
            </a:lvl1pPr>
            <a:lvl2pPr lvl="1" algn="r">
              <a:lnSpc>
                <a:spcPct val="100000"/>
              </a:lnSpc>
              <a:spcBef>
                <a:spcPts val="0"/>
              </a:spcBef>
              <a:spcAft>
                <a:spcPts val="0"/>
              </a:spcAft>
              <a:buClr>
                <a:srgbClr val="000000"/>
              </a:buClr>
              <a:buSzPts val="1000"/>
              <a:buNone/>
              <a:defRPr sz="1000">
                <a:solidFill>
                  <a:srgbClr val="000000"/>
                </a:solidFill>
              </a:defRPr>
            </a:lvl2pPr>
            <a:lvl3pPr lvl="2" algn="r">
              <a:lnSpc>
                <a:spcPct val="100000"/>
              </a:lnSpc>
              <a:spcBef>
                <a:spcPts val="0"/>
              </a:spcBef>
              <a:spcAft>
                <a:spcPts val="0"/>
              </a:spcAft>
              <a:buClr>
                <a:srgbClr val="000000"/>
              </a:buClr>
              <a:buSzPts val="1000"/>
              <a:buNone/>
              <a:defRPr sz="1000">
                <a:solidFill>
                  <a:srgbClr val="000000"/>
                </a:solidFill>
              </a:defRPr>
            </a:lvl3pPr>
            <a:lvl4pPr lvl="3" algn="r">
              <a:lnSpc>
                <a:spcPct val="100000"/>
              </a:lnSpc>
              <a:spcBef>
                <a:spcPts val="0"/>
              </a:spcBef>
              <a:spcAft>
                <a:spcPts val="0"/>
              </a:spcAft>
              <a:buClr>
                <a:srgbClr val="000000"/>
              </a:buClr>
              <a:buSzPts val="1000"/>
              <a:buNone/>
              <a:defRPr sz="1000">
                <a:solidFill>
                  <a:srgbClr val="000000"/>
                </a:solidFill>
              </a:defRPr>
            </a:lvl4pPr>
            <a:lvl5pPr lvl="4" algn="r">
              <a:lnSpc>
                <a:spcPct val="100000"/>
              </a:lnSpc>
              <a:spcBef>
                <a:spcPts val="0"/>
              </a:spcBef>
              <a:spcAft>
                <a:spcPts val="0"/>
              </a:spcAft>
              <a:buClr>
                <a:srgbClr val="000000"/>
              </a:buClr>
              <a:buSzPts val="1000"/>
              <a:buNone/>
              <a:defRPr sz="1000">
                <a:solidFill>
                  <a:srgbClr val="000000"/>
                </a:solidFill>
              </a:defRPr>
            </a:lvl5pPr>
            <a:lvl6pPr lvl="5" algn="r">
              <a:lnSpc>
                <a:spcPct val="100000"/>
              </a:lnSpc>
              <a:spcBef>
                <a:spcPts val="0"/>
              </a:spcBef>
              <a:spcAft>
                <a:spcPts val="0"/>
              </a:spcAft>
              <a:buClr>
                <a:srgbClr val="000000"/>
              </a:buClr>
              <a:buSzPts val="1000"/>
              <a:buNone/>
              <a:defRPr sz="1000">
                <a:solidFill>
                  <a:srgbClr val="000000"/>
                </a:solidFill>
              </a:defRPr>
            </a:lvl6pPr>
            <a:lvl7pPr lvl="6" algn="r">
              <a:lnSpc>
                <a:spcPct val="100000"/>
              </a:lnSpc>
              <a:spcBef>
                <a:spcPts val="0"/>
              </a:spcBef>
              <a:spcAft>
                <a:spcPts val="0"/>
              </a:spcAft>
              <a:buClr>
                <a:srgbClr val="000000"/>
              </a:buClr>
              <a:buSzPts val="1000"/>
              <a:buNone/>
              <a:defRPr sz="1000">
                <a:solidFill>
                  <a:srgbClr val="000000"/>
                </a:solidFill>
              </a:defRPr>
            </a:lvl7pPr>
            <a:lvl8pPr lvl="7" algn="r">
              <a:lnSpc>
                <a:spcPct val="100000"/>
              </a:lnSpc>
              <a:spcBef>
                <a:spcPts val="0"/>
              </a:spcBef>
              <a:spcAft>
                <a:spcPts val="0"/>
              </a:spcAft>
              <a:buClr>
                <a:srgbClr val="000000"/>
              </a:buClr>
              <a:buSzPts val="1000"/>
              <a:buNone/>
              <a:defRPr sz="1000">
                <a:solidFill>
                  <a:srgbClr val="000000"/>
                </a:solidFill>
              </a:defRPr>
            </a:lvl8pPr>
            <a:lvl9pPr lvl="8" algn="r">
              <a:lnSpc>
                <a:spcPct val="100000"/>
              </a:lnSpc>
              <a:spcBef>
                <a:spcPts val="0"/>
              </a:spcBef>
              <a:spcAft>
                <a:spcPts val="0"/>
              </a:spcAft>
              <a:buClr>
                <a:srgbClr val="000000"/>
              </a:buClr>
              <a:buSzPts val="1000"/>
              <a:buNone/>
              <a:defRPr sz="1000">
                <a:solidFill>
                  <a:srgbClr val="000000"/>
                </a:solidFill>
              </a:defRPr>
            </a:lvl9pPr>
          </a:lstStyle>
          <a:p/>
        </p:txBody>
      </p:sp>
      <p:sp>
        <p:nvSpPr>
          <p:cNvPr id="104" name="Google Shape;104;p18"/>
          <p:cNvSpPr txBox="1"/>
          <p:nvPr>
            <p:ph idx="4" type="ctrTitle"/>
          </p:nvPr>
        </p:nvSpPr>
        <p:spPr>
          <a:xfrm>
            <a:off x="3075567" y="1762400"/>
            <a:ext cx="2619300" cy="384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1800"/>
              <a:buNone/>
              <a:defRPr sz="1800"/>
            </a:lvl1pPr>
            <a:lvl2pPr lvl="1" algn="r">
              <a:lnSpc>
                <a:spcPct val="100000"/>
              </a:lnSpc>
              <a:spcBef>
                <a:spcPts val="0"/>
              </a:spcBef>
              <a:spcAft>
                <a:spcPts val="0"/>
              </a:spcAft>
              <a:buSzPts val="1800"/>
              <a:buNone/>
              <a:defRPr sz="1800"/>
            </a:lvl2pPr>
            <a:lvl3pPr lvl="2" algn="r">
              <a:lnSpc>
                <a:spcPct val="100000"/>
              </a:lnSpc>
              <a:spcBef>
                <a:spcPts val="0"/>
              </a:spcBef>
              <a:spcAft>
                <a:spcPts val="0"/>
              </a:spcAft>
              <a:buSzPts val="1800"/>
              <a:buNone/>
              <a:defRPr sz="1800"/>
            </a:lvl3pPr>
            <a:lvl4pPr lvl="3" algn="r">
              <a:lnSpc>
                <a:spcPct val="100000"/>
              </a:lnSpc>
              <a:spcBef>
                <a:spcPts val="0"/>
              </a:spcBef>
              <a:spcAft>
                <a:spcPts val="0"/>
              </a:spcAft>
              <a:buSzPts val="1800"/>
              <a:buNone/>
              <a:defRPr sz="1800"/>
            </a:lvl4pPr>
            <a:lvl5pPr lvl="4" algn="r">
              <a:lnSpc>
                <a:spcPct val="100000"/>
              </a:lnSpc>
              <a:spcBef>
                <a:spcPts val="0"/>
              </a:spcBef>
              <a:spcAft>
                <a:spcPts val="0"/>
              </a:spcAft>
              <a:buSzPts val="1800"/>
              <a:buNone/>
              <a:defRPr sz="1800"/>
            </a:lvl5pPr>
            <a:lvl6pPr lvl="5" algn="r">
              <a:lnSpc>
                <a:spcPct val="100000"/>
              </a:lnSpc>
              <a:spcBef>
                <a:spcPts val="0"/>
              </a:spcBef>
              <a:spcAft>
                <a:spcPts val="0"/>
              </a:spcAft>
              <a:buSzPts val="1800"/>
              <a:buNone/>
              <a:defRPr sz="1800"/>
            </a:lvl6pPr>
            <a:lvl7pPr lvl="6" algn="r">
              <a:lnSpc>
                <a:spcPct val="100000"/>
              </a:lnSpc>
              <a:spcBef>
                <a:spcPts val="0"/>
              </a:spcBef>
              <a:spcAft>
                <a:spcPts val="0"/>
              </a:spcAft>
              <a:buSzPts val="1800"/>
              <a:buNone/>
              <a:defRPr sz="1800"/>
            </a:lvl7pPr>
            <a:lvl8pPr lvl="7" algn="r">
              <a:lnSpc>
                <a:spcPct val="100000"/>
              </a:lnSpc>
              <a:spcBef>
                <a:spcPts val="0"/>
              </a:spcBef>
              <a:spcAft>
                <a:spcPts val="0"/>
              </a:spcAft>
              <a:buSzPts val="1800"/>
              <a:buNone/>
              <a:defRPr sz="1800"/>
            </a:lvl8pPr>
            <a:lvl9pPr lvl="8" algn="r">
              <a:lnSpc>
                <a:spcPct val="100000"/>
              </a:lnSpc>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6">
  <p:cSld name="CUSTOM_11_1_2_1">
    <p:spTree>
      <p:nvGrpSpPr>
        <p:cNvPr id="105" name="Shape 105"/>
        <p:cNvGrpSpPr/>
        <p:nvPr/>
      </p:nvGrpSpPr>
      <p:grpSpPr>
        <a:xfrm>
          <a:off x="0" y="0"/>
          <a:ext cx="0" cy="0"/>
          <a:chOff x="0" y="0"/>
          <a:chExt cx="0" cy="0"/>
        </a:xfrm>
      </p:grpSpPr>
      <p:sp>
        <p:nvSpPr>
          <p:cNvPr id="106" name="Google Shape;106;p19"/>
          <p:cNvSpPr txBox="1"/>
          <p:nvPr>
            <p:ph type="ctrTitle"/>
          </p:nvPr>
        </p:nvSpPr>
        <p:spPr>
          <a:xfrm>
            <a:off x="831200" y="376498"/>
            <a:ext cx="3867300" cy="2054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sp>
        <p:nvSpPr>
          <p:cNvPr id="107" name="Google Shape;107;p19"/>
          <p:cNvSpPr txBox="1"/>
          <p:nvPr>
            <p:ph idx="1" type="subTitle"/>
          </p:nvPr>
        </p:nvSpPr>
        <p:spPr>
          <a:xfrm>
            <a:off x="831200" y="2314225"/>
            <a:ext cx="3081600" cy="1784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Clr>
                <a:srgbClr val="FFFFFF"/>
              </a:buClr>
              <a:buSzPts val="1200"/>
              <a:buNone/>
              <a:defRPr>
                <a:solidFill>
                  <a:srgbClr val="FFFFFF"/>
                </a:solidFill>
              </a:defRPr>
            </a:lvl2pPr>
            <a:lvl3pPr lvl="2" algn="l">
              <a:lnSpc>
                <a:spcPct val="100000"/>
              </a:lnSpc>
              <a:spcBef>
                <a:spcPts val="0"/>
              </a:spcBef>
              <a:spcAft>
                <a:spcPts val="0"/>
              </a:spcAft>
              <a:buClr>
                <a:srgbClr val="FFFFFF"/>
              </a:buClr>
              <a:buSzPts val="1200"/>
              <a:buNone/>
              <a:defRPr>
                <a:solidFill>
                  <a:srgbClr val="FFFFFF"/>
                </a:solidFill>
              </a:defRPr>
            </a:lvl3pPr>
            <a:lvl4pPr lvl="3" algn="l">
              <a:lnSpc>
                <a:spcPct val="100000"/>
              </a:lnSpc>
              <a:spcBef>
                <a:spcPts val="0"/>
              </a:spcBef>
              <a:spcAft>
                <a:spcPts val="0"/>
              </a:spcAft>
              <a:buClr>
                <a:srgbClr val="FFFFFF"/>
              </a:buClr>
              <a:buSzPts val="1200"/>
              <a:buNone/>
              <a:defRPr>
                <a:solidFill>
                  <a:srgbClr val="FFFFFF"/>
                </a:solidFill>
              </a:defRPr>
            </a:lvl4pPr>
            <a:lvl5pPr lvl="4" algn="l">
              <a:lnSpc>
                <a:spcPct val="100000"/>
              </a:lnSpc>
              <a:spcBef>
                <a:spcPts val="0"/>
              </a:spcBef>
              <a:spcAft>
                <a:spcPts val="0"/>
              </a:spcAft>
              <a:buClr>
                <a:srgbClr val="FFFFFF"/>
              </a:buClr>
              <a:buSzPts val="1200"/>
              <a:buNone/>
              <a:defRPr>
                <a:solidFill>
                  <a:srgbClr val="FFFFFF"/>
                </a:solidFill>
              </a:defRPr>
            </a:lvl5pPr>
            <a:lvl6pPr lvl="5" algn="l">
              <a:lnSpc>
                <a:spcPct val="100000"/>
              </a:lnSpc>
              <a:spcBef>
                <a:spcPts val="0"/>
              </a:spcBef>
              <a:spcAft>
                <a:spcPts val="0"/>
              </a:spcAft>
              <a:buClr>
                <a:srgbClr val="FFFFFF"/>
              </a:buClr>
              <a:buSzPts val="1200"/>
              <a:buNone/>
              <a:defRPr>
                <a:solidFill>
                  <a:srgbClr val="FFFFFF"/>
                </a:solidFill>
              </a:defRPr>
            </a:lvl6pPr>
            <a:lvl7pPr lvl="6" algn="l">
              <a:lnSpc>
                <a:spcPct val="100000"/>
              </a:lnSpc>
              <a:spcBef>
                <a:spcPts val="0"/>
              </a:spcBef>
              <a:spcAft>
                <a:spcPts val="0"/>
              </a:spcAft>
              <a:buClr>
                <a:srgbClr val="FFFFFF"/>
              </a:buClr>
              <a:buSzPts val="1200"/>
              <a:buNone/>
              <a:defRPr>
                <a:solidFill>
                  <a:srgbClr val="FFFFFF"/>
                </a:solidFill>
              </a:defRPr>
            </a:lvl7pPr>
            <a:lvl8pPr lvl="7" algn="l">
              <a:lnSpc>
                <a:spcPct val="100000"/>
              </a:lnSpc>
              <a:spcBef>
                <a:spcPts val="0"/>
              </a:spcBef>
              <a:spcAft>
                <a:spcPts val="0"/>
              </a:spcAft>
              <a:buClr>
                <a:srgbClr val="FFFFFF"/>
              </a:buClr>
              <a:buSzPts val="1200"/>
              <a:buNone/>
              <a:defRPr>
                <a:solidFill>
                  <a:srgbClr val="FFFFFF"/>
                </a:solidFill>
              </a:defRPr>
            </a:lvl8pPr>
            <a:lvl9pPr lvl="8" algn="l">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CUSTOM_25">
    <p:spTree>
      <p:nvGrpSpPr>
        <p:cNvPr id="108" name="Shape 108"/>
        <p:cNvGrpSpPr/>
        <p:nvPr/>
      </p:nvGrpSpPr>
      <p:grpSpPr>
        <a:xfrm>
          <a:off x="0" y="0"/>
          <a:ext cx="0" cy="0"/>
          <a:chOff x="0" y="0"/>
          <a:chExt cx="0" cy="0"/>
        </a:xfrm>
      </p:grpSpPr>
      <p:sp>
        <p:nvSpPr>
          <p:cNvPr id="109" name="Google Shape;109;p20"/>
          <p:cNvSpPr txBox="1"/>
          <p:nvPr>
            <p:ph idx="1" type="body"/>
          </p:nvPr>
        </p:nvSpPr>
        <p:spPr>
          <a:xfrm>
            <a:off x="642050" y="2134800"/>
            <a:ext cx="5308200" cy="147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rgbClr val="000000"/>
              </a:buClr>
              <a:buSzPts val="1200"/>
              <a:buChar char="●"/>
              <a:defRPr>
                <a:solidFill>
                  <a:srgbClr val="000000"/>
                </a:solidFill>
              </a:defRPr>
            </a:lvl1pPr>
            <a:lvl2pPr indent="-304800" lvl="1" marL="914400" algn="l">
              <a:lnSpc>
                <a:spcPct val="115000"/>
              </a:lnSpc>
              <a:spcBef>
                <a:spcPts val="1600"/>
              </a:spcBef>
              <a:spcAft>
                <a:spcPts val="0"/>
              </a:spcAft>
              <a:buClr>
                <a:srgbClr val="000000"/>
              </a:buClr>
              <a:buSzPts val="1200"/>
              <a:buChar char="○"/>
              <a:defRPr>
                <a:solidFill>
                  <a:srgbClr val="000000"/>
                </a:solidFill>
              </a:defRPr>
            </a:lvl2pPr>
            <a:lvl3pPr indent="-304800" lvl="2" marL="1371600" algn="l">
              <a:lnSpc>
                <a:spcPct val="115000"/>
              </a:lnSpc>
              <a:spcBef>
                <a:spcPts val="1600"/>
              </a:spcBef>
              <a:spcAft>
                <a:spcPts val="0"/>
              </a:spcAft>
              <a:buClr>
                <a:srgbClr val="000000"/>
              </a:buClr>
              <a:buSzPts val="1200"/>
              <a:buChar char="■"/>
              <a:defRPr>
                <a:solidFill>
                  <a:srgbClr val="000000"/>
                </a:solidFill>
              </a:defRPr>
            </a:lvl3pPr>
            <a:lvl4pPr indent="-304800" lvl="3" marL="1828800" algn="l">
              <a:lnSpc>
                <a:spcPct val="115000"/>
              </a:lnSpc>
              <a:spcBef>
                <a:spcPts val="1600"/>
              </a:spcBef>
              <a:spcAft>
                <a:spcPts val="0"/>
              </a:spcAft>
              <a:buClr>
                <a:srgbClr val="000000"/>
              </a:buClr>
              <a:buSzPts val="1200"/>
              <a:buChar char="●"/>
              <a:defRPr>
                <a:solidFill>
                  <a:srgbClr val="000000"/>
                </a:solidFill>
              </a:defRPr>
            </a:lvl4pPr>
            <a:lvl5pPr indent="-304800" lvl="4" marL="2286000" algn="l">
              <a:lnSpc>
                <a:spcPct val="115000"/>
              </a:lnSpc>
              <a:spcBef>
                <a:spcPts val="1600"/>
              </a:spcBef>
              <a:spcAft>
                <a:spcPts val="0"/>
              </a:spcAft>
              <a:buClr>
                <a:srgbClr val="000000"/>
              </a:buClr>
              <a:buSzPts val="1200"/>
              <a:buChar char="○"/>
              <a:defRPr>
                <a:solidFill>
                  <a:srgbClr val="000000"/>
                </a:solidFill>
              </a:defRPr>
            </a:lvl5pPr>
            <a:lvl6pPr indent="-304800" lvl="5" marL="2743200" algn="l">
              <a:lnSpc>
                <a:spcPct val="115000"/>
              </a:lnSpc>
              <a:spcBef>
                <a:spcPts val="1600"/>
              </a:spcBef>
              <a:spcAft>
                <a:spcPts val="0"/>
              </a:spcAft>
              <a:buClr>
                <a:srgbClr val="000000"/>
              </a:buClr>
              <a:buSzPts val="1200"/>
              <a:buChar char="■"/>
              <a:defRPr>
                <a:solidFill>
                  <a:srgbClr val="000000"/>
                </a:solidFill>
              </a:defRPr>
            </a:lvl6pPr>
            <a:lvl7pPr indent="-304800" lvl="6" marL="3200400" algn="l">
              <a:lnSpc>
                <a:spcPct val="115000"/>
              </a:lnSpc>
              <a:spcBef>
                <a:spcPts val="1600"/>
              </a:spcBef>
              <a:spcAft>
                <a:spcPts val="0"/>
              </a:spcAft>
              <a:buClr>
                <a:srgbClr val="000000"/>
              </a:buClr>
              <a:buSzPts val="1200"/>
              <a:buChar char="●"/>
              <a:defRPr>
                <a:solidFill>
                  <a:srgbClr val="000000"/>
                </a:solidFill>
              </a:defRPr>
            </a:lvl7pPr>
            <a:lvl8pPr indent="-304800" lvl="7" marL="3657600" algn="l">
              <a:lnSpc>
                <a:spcPct val="115000"/>
              </a:lnSpc>
              <a:spcBef>
                <a:spcPts val="1600"/>
              </a:spcBef>
              <a:spcAft>
                <a:spcPts val="0"/>
              </a:spcAft>
              <a:buClr>
                <a:srgbClr val="000000"/>
              </a:buClr>
              <a:buSzPts val="1200"/>
              <a:buChar char="○"/>
              <a:defRPr>
                <a:solidFill>
                  <a:srgbClr val="000000"/>
                </a:solidFill>
              </a:defRPr>
            </a:lvl8pPr>
            <a:lvl9pPr indent="-304800" lvl="8" marL="4114800" algn="l">
              <a:lnSpc>
                <a:spcPct val="115000"/>
              </a:lnSpc>
              <a:spcBef>
                <a:spcPts val="1600"/>
              </a:spcBef>
              <a:spcAft>
                <a:spcPts val="1600"/>
              </a:spcAft>
              <a:buClr>
                <a:srgbClr val="000000"/>
              </a:buClr>
              <a:buSzPts val="1200"/>
              <a:buChar char="■"/>
              <a:defRPr>
                <a:solidFill>
                  <a:srgbClr val="000000"/>
                </a:solidFill>
              </a:defRPr>
            </a:lvl9pPr>
          </a:lstStyle>
          <a:p/>
        </p:txBody>
      </p:sp>
      <p:sp>
        <p:nvSpPr>
          <p:cNvPr id="110" name="Google Shape;110;p20"/>
          <p:cNvSpPr txBox="1"/>
          <p:nvPr>
            <p:ph type="ctrTitle"/>
          </p:nvPr>
        </p:nvSpPr>
        <p:spPr>
          <a:xfrm rot="5400000">
            <a:off x="6923109" y="1407498"/>
            <a:ext cx="2449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CUSTOM_25_1">
    <p:spTree>
      <p:nvGrpSpPr>
        <p:cNvPr id="111" name="Shape 111"/>
        <p:cNvGrpSpPr/>
        <p:nvPr/>
      </p:nvGrpSpPr>
      <p:grpSpPr>
        <a:xfrm>
          <a:off x="0" y="0"/>
          <a:ext cx="0" cy="0"/>
          <a:chOff x="0" y="0"/>
          <a:chExt cx="0" cy="0"/>
        </a:xfrm>
      </p:grpSpPr>
      <p:sp>
        <p:nvSpPr>
          <p:cNvPr id="112" name="Google Shape;112;p21"/>
          <p:cNvSpPr txBox="1"/>
          <p:nvPr>
            <p:ph idx="1" type="body"/>
          </p:nvPr>
        </p:nvSpPr>
        <p:spPr>
          <a:xfrm>
            <a:off x="642050" y="1277550"/>
            <a:ext cx="5308200" cy="14760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rgbClr val="000000"/>
              </a:buClr>
              <a:buSzPts val="1200"/>
              <a:buChar char="●"/>
              <a:defRPr>
                <a:solidFill>
                  <a:srgbClr val="000000"/>
                </a:solidFill>
              </a:defRPr>
            </a:lvl1pPr>
            <a:lvl2pPr indent="-304800" lvl="1" marL="914400" algn="l">
              <a:lnSpc>
                <a:spcPct val="115000"/>
              </a:lnSpc>
              <a:spcBef>
                <a:spcPts val="1600"/>
              </a:spcBef>
              <a:spcAft>
                <a:spcPts val="0"/>
              </a:spcAft>
              <a:buClr>
                <a:srgbClr val="000000"/>
              </a:buClr>
              <a:buSzPts val="1200"/>
              <a:buChar char="○"/>
              <a:defRPr>
                <a:solidFill>
                  <a:srgbClr val="000000"/>
                </a:solidFill>
              </a:defRPr>
            </a:lvl2pPr>
            <a:lvl3pPr indent="-304800" lvl="2" marL="1371600" algn="l">
              <a:lnSpc>
                <a:spcPct val="115000"/>
              </a:lnSpc>
              <a:spcBef>
                <a:spcPts val="1600"/>
              </a:spcBef>
              <a:spcAft>
                <a:spcPts val="0"/>
              </a:spcAft>
              <a:buClr>
                <a:srgbClr val="000000"/>
              </a:buClr>
              <a:buSzPts val="1200"/>
              <a:buChar char="■"/>
              <a:defRPr>
                <a:solidFill>
                  <a:srgbClr val="000000"/>
                </a:solidFill>
              </a:defRPr>
            </a:lvl3pPr>
            <a:lvl4pPr indent="-304800" lvl="3" marL="1828800" algn="l">
              <a:lnSpc>
                <a:spcPct val="115000"/>
              </a:lnSpc>
              <a:spcBef>
                <a:spcPts val="1600"/>
              </a:spcBef>
              <a:spcAft>
                <a:spcPts val="0"/>
              </a:spcAft>
              <a:buClr>
                <a:srgbClr val="000000"/>
              </a:buClr>
              <a:buSzPts val="1200"/>
              <a:buChar char="●"/>
              <a:defRPr>
                <a:solidFill>
                  <a:srgbClr val="000000"/>
                </a:solidFill>
              </a:defRPr>
            </a:lvl4pPr>
            <a:lvl5pPr indent="-304800" lvl="4" marL="2286000" algn="l">
              <a:lnSpc>
                <a:spcPct val="115000"/>
              </a:lnSpc>
              <a:spcBef>
                <a:spcPts val="1600"/>
              </a:spcBef>
              <a:spcAft>
                <a:spcPts val="0"/>
              </a:spcAft>
              <a:buClr>
                <a:srgbClr val="000000"/>
              </a:buClr>
              <a:buSzPts val="1200"/>
              <a:buChar char="○"/>
              <a:defRPr>
                <a:solidFill>
                  <a:srgbClr val="000000"/>
                </a:solidFill>
              </a:defRPr>
            </a:lvl5pPr>
            <a:lvl6pPr indent="-304800" lvl="5" marL="2743200" algn="l">
              <a:lnSpc>
                <a:spcPct val="115000"/>
              </a:lnSpc>
              <a:spcBef>
                <a:spcPts val="1600"/>
              </a:spcBef>
              <a:spcAft>
                <a:spcPts val="0"/>
              </a:spcAft>
              <a:buClr>
                <a:srgbClr val="000000"/>
              </a:buClr>
              <a:buSzPts val="1200"/>
              <a:buChar char="■"/>
              <a:defRPr>
                <a:solidFill>
                  <a:srgbClr val="000000"/>
                </a:solidFill>
              </a:defRPr>
            </a:lvl6pPr>
            <a:lvl7pPr indent="-304800" lvl="6" marL="3200400" algn="l">
              <a:lnSpc>
                <a:spcPct val="115000"/>
              </a:lnSpc>
              <a:spcBef>
                <a:spcPts val="1600"/>
              </a:spcBef>
              <a:spcAft>
                <a:spcPts val="0"/>
              </a:spcAft>
              <a:buClr>
                <a:srgbClr val="000000"/>
              </a:buClr>
              <a:buSzPts val="1200"/>
              <a:buChar char="●"/>
              <a:defRPr>
                <a:solidFill>
                  <a:srgbClr val="000000"/>
                </a:solidFill>
              </a:defRPr>
            </a:lvl7pPr>
            <a:lvl8pPr indent="-304800" lvl="7" marL="3657600" algn="l">
              <a:lnSpc>
                <a:spcPct val="115000"/>
              </a:lnSpc>
              <a:spcBef>
                <a:spcPts val="1600"/>
              </a:spcBef>
              <a:spcAft>
                <a:spcPts val="0"/>
              </a:spcAft>
              <a:buClr>
                <a:srgbClr val="000000"/>
              </a:buClr>
              <a:buSzPts val="1200"/>
              <a:buChar char="○"/>
              <a:defRPr>
                <a:solidFill>
                  <a:srgbClr val="000000"/>
                </a:solidFill>
              </a:defRPr>
            </a:lvl8pPr>
            <a:lvl9pPr indent="-304800" lvl="8" marL="4114800" algn="l">
              <a:lnSpc>
                <a:spcPct val="115000"/>
              </a:lnSpc>
              <a:spcBef>
                <a:spcPts val="1600"/>
              </a:spcBef>
              <a:spcAft>
                <a:spcPts val="1600"/>
              </a:spcAft>
              <a:buClr>
                <a:srgbClr val="000000"/>
              </a:buClr>
              <a:buSzPts val="1200"/>
              <a:buChar char="■"/>
              <a:defRPr>
                <a:solidFill>
                  <a:srgbClr val="000000"/>
                </a:solidFill>
              </a:defRPr>
            </a:lvl9pPr>
          </a:lstStyle>
          <a:p/>
        </p:txBody>
      </p:sp>
      <p:sp>
        <p:nvSpPr>
          <p:cNvPr id="113" name="Google Shape;113;p21"/>
          <p:cNvSpPr txBox="1"/>
          <p:nvPr>
            <p:ph type="ctrTitle"/>
          </p:nvPr>
        </p:nvSpPr>
        <p:spPr>
          <a:xfrm rot="5400000">
            <a:off x="6923109" y="1407498"/>
            <a:ext cx="2449800" cy="4875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14" name="Google Shape;114;p21"/>
          <p:cNvSpPr txBox="1"/>
          <p:nvPr>
            <p:ph idx="2" type="subTitle"/>
          </p:nvPr>
        </p:nvSpPr>
        <p:spPr>
          <a:xfrm>
            <a:off x="642050" y="540000"/>
            <a:ext cx="4655400" cy="960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Clr>
                <a:srgbClr val="FFFFFF"/>
              </a:buClr>
              <a:buSzPts val="1200"/>
              <a:buNone/>
              <a:defRPr>
                <a:solidFill>
                  <a:srgbClr val="FFFFFF"/>
                </a:solidFill>
              </a:defRPr>
            </a:lvl2pPr>
            <a:lvl3pPr lvl="2" algn="l">
              <a:lnSpc>
                <a:spcPct val="100000"/>
              </a:lnSpc>
              <a:spcBef>
                <a:spcPts val="0"/>
              </a:spcBef>
              <a:spcAft>
                <a:spcPts val="0"/>
              </a:spcAft>
              <a:buClr>
                <a:srgbClr val="FFFFFF"/>
              </a:buClr>
              <a:buSzPts val="1200"/>
              <a:buNone/>
              <a:defRPr>
                <a:solidFill>
                  <a:srgbClr val="FFFFFF"/>
                </a:solidFill>
              </a:defRPr>
            </a:lvl3pPr>
            <a:lvl4pPr lvl="3" algn="l">
              <a:lnSpc>
                <a:spcPct val="100000"/>
              </a:lnSpc>
              <a:spcBef>
                <a:spcPts val="0"/>
              </a:spcBef>
              <a:spcAft>
                <a:spcPts val="0"/>
              </a:spcAft>
              <a:buClr>
                <a:srgbClr val="FFFFFF"/>
              </a:buClr>
              <a:buSzPts val="1200"/>
              <a:buNone/>
              <a:defRPr>
                <a:solidFill>
                  <a:srgbClr val="FFFFFF"/>
                </a:solidFill>
              </a:defRPr>
            </a:lvl4pPr>
            <a:lvl5pPr lvl="4" algn="l">
              <a:lnSpc>
                <a:spcPct val="100000"/>
              </a:lnSpc>
              <a:spcBef>
                <a:spcPts val="0"/>
              </a:spcBef>
              <a:spcAft>
                <a:spcPts val="0"/>
              </a:spcAft>
              <a:buClr>
                <a:srgbClr val="FFFFFF"/>
              </a:buClr>
              <a:buSzPts val="1200"/>
              <a:buNone/>
              <a:defRPr>
                <a:solidFill>
                  <a:srgbClr val="FFFFFF"/>
                </a:solidFill>
              </a:defRPr>
            </a:lvl5pPr>
            <a:lvl6pPr lvl="5" algn="l">
              <a:lnSpc>
                <a:spcPct val="100000"/>
              </a:lnSpc>
              <a:spcBef>
                <a:spcPts val="0"/>
              </a:spcBef>
              <a:spcAft>
                <a:spcPts val="0"/>
              </a:spcAft>
              <a:buClr>
                <a:srgbClr val="FFFFFF"/>
              </a:buClr>
              <a:buSzPts val="1200"/>
              <a:buNone/>
              <a:defRPr>
                <a:solidFill>
                  <a:srgbClr val="FFFFFF"/>
                </a:solidFill>
              </a:defRPr>
            </a:lvl6pPr>
            <a:lvl7pPr lvl="6" algn="l">
              <a:lnSpc>
                <a:spcPct val="100000"/>
              </a:lnSpc>
              <a:spcBef>
                <a:spcPts val="0"/>
              </a:spcBef>
              <a:spcAft>
                <a:spcPts val="0"/>
              </a:spcAft>
              <a:buClr>
                <a:srgbClr val="FFFFFF"/>
              </a:buClr>
              <a:buSzPts val="1200"/>
              <a:buNone/>
              <a:defRPr>
                <a:solidFill>
                  <a:srgbClr val="FFFFFF"/>
                </a:solidFill>
              </a:defRPr>
            </a:lvl7pPr>
            <a:lvl8pPr lvl="7" algn="l">
              <a:lnSpc>
                <a:spcPct val="100000"/>
              </a:lnSpc>
              <a:spcBef>
                <a:spcPts val="0"/>
              </a:spcBef>
              <a:spcAft>
                <a:spcPts val="0"/>
              </a:spcAft>
              <a:buClr>
                <a:srgbClr val="FFFFFF"/>
              </a:buClr>
              <a:buSzPts val="1200"/>
              <a:buNone/>
              <a:defRPr>
                <a:solidFill>
                  <a:srgbClr val="FFFFFF"/>
                </a:solidFill>
              </a:defRPr>
            </a:lvl8pPr>
            <a:lvl9pPr lvl="8" algn="l">
              <a:lnSpc>
                <a:spcPct val="100000"/>
              </a:lnSpc>
              <a:spcBef>
                <a:spcPts val="0"/>
              </a:spcBef>
              <a:spcAft>
                <a:spcPts val="0"/>
              </a:spcAft>
              <a:buClr>
                <a:srgbClr val="FFFFFF"/>
              </a:buClr>
              <a:buSzPts val="1200"/>
              <a:buNone/>
              <a:defRPr>
                <a:solidFill>
                  <a:srgbClr val="FFFFFF"/>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1pPr>
            <a:lvl2pPr lvl="1"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2pPr>
            <a:lvl3pPr lvl="2"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3pPr>
            <a:lvl4pPr lvl="3"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4pPr>
            <a:lvl5pPr lvl="4"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5pPr>
            <a:lvl6pPr lvl="5"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6pPr>
            <a:lvl7pPr lvl="6"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7pPr>
            <a:lvl8pPr lvl="7"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8pPr>
            <a:lvl9pPr lvl="8" marR="0" algn="l">
              <a:lnSpc>
                <a:spcPct val="100000"/>
              </a:lnSpc>
              <a:spcBef>
                <a:spcPts val="0"/>
              </a:spcBef>
              <a:spcAft>
                <a:spcPts val="0"/>
              </a:spcAft>
              <a:buClr>
                <a:schemeClr val="dk1"/>
              </a:buClr>
              <a:buSzPts val="2800"/>
              <a:buFont typeface="Livvic"/>
              <a:buNone/>
              <a:defRPr b="1" i="0" sz="2800" u="none" cap="none" strike="noStrike">
                <a:solidFill>
                  <a:schemeClr val="dk1"/>
                </a:solidFill>
                <a:latin typeface="Livvic"/>
                <a:ea typeface="Livvic"/>
                <a:cs typeface="Livvic"/>
                <a:sym typeface="Livvic"/>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marR="0" algn="l">
              <a:lnSpc>
                <a:spcPct val="115000"/>
              </a:lnSpc>
              <a:spcBef>
                <a:spcPts val="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1pPr>
            <a:lvl2pPr indent="-304800" lvl="1" marL="9144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2pPr>
            <a:lvl3pPr indent="-304800" lvl="2" marL="13716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3pPr>
            <a:lvl4pPr indent="-304800" lvl="3" marL="18288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4pPr>
            <a:lvl5pPr indent="-304800" lvl="4" marL="22860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5pPr>
            <a:lvl6pPr indent="-304800" lvl="5" marL="27432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6pPr>
            <a:lvl7pPr indent="-304800" lvl="6" marL="32004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7pPr>
            <a:lvl8pPr indent="-304800" lvl="7" marL="3657600" marR="0" algn="l">
              <a:lnSpc>
                <a:spcPct val="115000"/>
              </a:lnSpc>
              <a:spcBef>
                <a:spcPts val="1600"/>
              </a:spcBef>
              <a:spcAft>
                <a:spcPts val="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8pPr>
            <a:lvl9pPr indent="-304800" lvl="8" marL="4114800" marR="0" algn="l">
              <a:lnSpc>
                <a:spcPct val="115000"/>
              </a:lnSpc>
              <a:spcBef>
                <a:spcPts val="1600"/>
              </a:spcBef>
              <a:spcAft>
                <a:spcPts val="1600"/>
              </a:spcAft>
              <a:buClr>
                <a:schemeClr val="dk1"/>
              </a:buClr>
              <a:buSzPts val="1200"/>
              <a:buFont typeface="Catamaran Light"/>
              <a:buChar char="■"/>
              <a:defRPr b="0" i="0" sz="1200" u="none" cap="none" strike="noStrike">
                <a:solidFill>
                  <a:schemeClr val="dk1"/>
                </a:solidFill>
                <a:latin typeface="Catamaran Light"/>
                <a:ea typeface="Catamaran Light"/>
                <a:cs typeface="Catamaran Light"/>
                <a:sym typeface="Catamaran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pic>
        <p:nvPicPr>
          <p:cNvPr id="119" name="Google Shape;119;p22" title="slide1.jpg"/>
          <p:cNvPicPr preferRelativeResize="0"/>
          <p:nvPr/>
        </p:nvPicPr>
        <p:blipFill rotWithShape="1">
          <a:blip r:embed="rId3">
            <a:alphaModFix/>
          </a:blip>
          <a:srcRect b="0" l="4287" r="4295" t="0"/>
          <a:stretch/>
        </p:blipFill>
        <p:spPr>
          <a:xfrm flipH="1">
            <a:off x="2214591" y="0"/>
            <a:ext cx="6929408" cy="5143500"/>
          </a:xfrm>
          <a:prstGeom prst="rect">
            <a:avLst/>
          </a:prstGeom>
          <a:noFill/>
          <a:ln>
            <a:noFill/>
          </a:ln>
        </p:spPr>
      </p:pic>
      <p:sp>
        <p:nvSpPr>
          <p:cNvPr id="120" name="Google Shape;120;p22"/>
          <p:cNvSpPr/>
          <p:nvPr/>
        </p:nvSpPr>
        <p:spPr>
          <a:xfrm rot="5400000">
            <a:off x="2191975" y="-749200"/>
            <a:ext cx="3358800" cy="6552600"/>
          </a:xfrm>
          <a:prstGeom prst="rect">
            <a:avLst/>
          </a:prstGeom>
          <a:solidFill>
            <a:srgbClr val="151F3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2"/>
          <p:cNvSpPr txBox="1"/>
          <p:nvPr>
            <p:ph idx="1" type="subTitle"/>
          </p:nvPr>
        </p:nvSpPr>
        <p:spPr>
          <a:xfrm>
            <a:off x="781450" y="3705850"/>
            <a:ext cx="3177600" cy="7170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t/>
            </a:r>
            <a:endParaRPr>
              <a:solidFill>
                <a:schemeClr val="lt1"/>
              </a:solidFill>
            </a:endParaRPr>
          </a:p>
          <a:p>
            <a:pPr indent="0" lvl="0" marL="0" rtl="0" algn="l">
              <a:lnSpc>
                <a:spcPct val="100000"/>
              </a:lnSpc>
              <a:spcBef>
                <a:spcPts val="0"/>
              </a:spcBef>
              <a:spcAft>
                <a:spcPts val="0"/>
              </a:spcAft>
              <a:buSzPts val="1200"/>
              <a:buNone/>
            </a:pPr>
            <a:r>
              <a:t/>
            </a:r>
            <a:endParaRPr>
              <a:solidFill>
                <a:schemeClr val="lt1"/>
              </a:solidFill>
            </a:endParaRPr>
          </a:p>
          <a:p>
            <a:pPr indent="0" lvl="0" marL="0" rtl="0" algn="l">
              <a:lnSpc>
                <a:spcPct val="100000"/>
              </a:lnSpc>
              <a:spcBef>
                <a:spcPts val="0"/>
              </a:spcBef>
              <a:spcAft>
                <a:spcPts val="0"/>
              </a:spcAft>
              <a:buSzPts val="1200"/>
              <a:buNone/>
            </a:pPr>
            <a:r>
              <a:rPr lang="en">
                <a:solidFill>
                  <a:schemeClr val="lt1"/>
                </a:solidFill>
              </a:rPr>
              <a:t>CSci 158 – Spring 2025</a:t>
            </a:r>
            <a:endParaRPr>
              <a:solidFill>
                <a:schemeClr val="lt1"/>
              </a:solidFill>
            </a:endParaRPr>
          </a:p>
          <a:p>
            <a:pPr indent="0" lvl="0" marL="0" rtl="0" algn="l">
              <a:lnSpc>
                <a:spcPct val="100000"/>
              </a:lnSpc>
              <a:spcBef>
                <a:spcPts val="0"/>
              </a:spcBef>
              <a:spcAft>
                <a:spcPts val="0"/>
              </a:spcAft>
              <a:buSzPts val="1200"/>
              <a:buNone/>
            </a:pPr>
            <a:r>
              <a:rPr lang="en">
                <a:solidFill>
                  <a:schemeClr val="lt1"/>
                </a:solidFill>
              </a:rPr>
              <a:t>Presented by: Darpan Attri &amp; Harika Yendapalli</a:t>
            </a:r>
            <a:br>
              <a:rPr lang="en">
                <a:solidFill>
                  <a:schemeClr val="lt1"/>
                </a:solidFill>
              </a:rPr>
            </a:br>
            <a:r>
              <a:rPr lang="en">
                <a:solidFill>
                  <a:schemeClr val="lt1"/>
                </a:solidFill>
              </a:rPr>
              <a:t>Date: 05/06/2025</a:t>
            </a:r>
            <a:endParaRPr>
              <a:solidFill>
                <a:schemeClr val="lt1"/>
              </a:solidFill>
            </a:endParaRPr>
          </a:p>
          <a:p>
            <a:pPr indent="0" lvl="0" marL="0" rtl="0" algn="l">
              <a:lnSpc>
                <a:spcPct val="100000"/>
              </a:lnSpc>
              <a:spcBef>
                <a:spcPts val="0"/>
              </a:spcBef>
              <a:spcAft>
                <a:spcPts val="0"/>
              </a:spcAft>
              <a:buSzPts val="1200"/>
              <a:buNone/>
            </a:pPr>
            <a:r>
              <a:t/>
            </a:r>
            <a:endParaRPr>
              <a:solidFill>
                <a:schemeClr val="lt1"/>
              </a:solidFill>
            </a:endParaRPr>
          </a:p>
        </p:txBody>
      </p:sp>
      <p:sp>
        <p:nvSpPr>
          <p:cNvPr id="122" name="Google Shape;122;p22"/>
          <p:cNvSpPr txBox="1"/>
          <p:nvPr>
            <p:ph type="ctrTitle"/>
          </p:nvPr>
        </p:nvSpPr>
        <p:spPr>
          <a:xfrm>
            <a:off x="781450" y="1701225"/>
            <a:ext cx="6851400" cy="1782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800"/>
              <a:buNone/>
            </a:pPr>
            <a:r>
              <a:rPr lang="en">
                <a:solidFill>
                  <a:schemeClr val="lt1"/>
                </a:solidFill>
              </a:rPr>
              <a:t>Gender Classification Using Facial Recognition</a:t>
            </a:r>
            <a:endParaRPr>
              <a:solidFill>
                <a:schemeClr val="lt1"/>
              </a:solidFill>
              <a:latin typeface="Livvic"/>
              <a:ea typeface="Livvic"/>
              <a:cs typeface="Livvic"/>
              <a:sym typeface="Livvic"/>
            </a:endParaRPr>
          </a:p>
        </p:txBody>
      </p:sp>
      <p:sp>
        <p:nvSpPr>
          <p:cNvPr id="123" name="Google Shape;123;p22"/>
          <p:cNvSpPr/>
          <p:nvPr/>
        </p:nvSpPr>
        <p:spPr>
          <a:xfrm flipH="1" rot="-5400000">
            <a:off x="7354200" y="2416550"/>
            <a:ext cx="3358800" cy="221100"/>
          </a:xfrm>
          <a:prstGeom prst="rect">
            <a:avLst/>
          </a:prstGeom>
          <a:solidFill>
            <a:srgbClr val="151F3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27" name="Shape 127"/>
        <p:cNvGrpSpPr/>
        <p:nvPr/>
      </p:nvGrpSpPr>
      <p:grpSpPr>
        <a:xfrm>
          <a:off x="0" y="0"/>
          <a:ext cx="0" cy="0"/>
          <a:chOff x="0" y="0"/>
          <a:chExt cx="0" cy="0"/>
        </a:xfrm>
      </p:grpSpPr>
      <p:sp>
        <p:nvSpPr>
          <p:cNvPr id="128" name="Google Shape;128;p23"/>
          <p:cNvSpPr/>
          <p:nvPr/>
        </p:nvSpPr>
        <p:spPr>
          <a:xfrm rot="-5400000">
            <a:off x="6151994" y="162944"/>
            <a:ext cx="1576761" cy="35466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3"/>
          <p:cNvSpPr txBox="1"/>
          <p:nvPr>
            <p:ph type="ctrTitle"/>
          </p:nvPr>
        </p:nvSpPr>
        <p:spPr>
          <a:xfrm>
            <a:off x="5440836" y="634475"/>
            <a:ext cx="2999075" cy="2054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Introduction to Gender Classification</a:t>
            </a:r>
            <a:endParaRPr sz="2800">
              <a:solidFill>
                <a:schemeClr val="lt1"/>
              </a:solidFill>
            </a:endParaRPr>
          </a:p>
        </p:txBody>
      </p:sp>
      <p:sp>
        <p:nvSpPr>
          <p:cNvPr id="130" name="Google Shape;130;p23"/>
          <p:cNvSpPr txBox="1"/>
          <p:nvPr>
            <p:ph idx="1" type="subTitle"/>
          </p:nvPr>
        </p:nvSpPr>
        <p:spPr>
          <a:xfrm>
            <a:off x="5055925" y="2724625"/>
            <a:ext cx="3264000" cy="17844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SzPts val="1400"/>
              <a:buChar char="●"/>
            </a:pPr>
            <a:r>
              <a:rPr lang="en" sz="1400"/>
              <a:t>Predict gender from facial images</a:t>
            </a:r>
            <a:endParaRPr sz="1400"/>
          </a:p>
          <a:p>
            <a:pPr indent="-317500" lvl="0" marL="457200" rtl="0" algn="l">
              <a:lnSpc>
                <a:spcPct val="150000"/>
              </a:lnSpc>
              <a:spcBef>
                <a:spcPts val="0"/>
              </a:spcBef>
              <a:spcAft>
                <a:spcPts val="0"/>
              </a:spcAft>
              <a:buSzPts val="1400"/>
              <a:buChar char="●"/>
            </a:pPr>
            <a:r>
              <a:rPr lang="en" sz="1400"/>
              <a:t>Non-invasive biometric method</a:t>
            </a:r>
            <a:endParaRPr sz="1400"/>
          </a:p>
          <a:p>
            <a:pPr indent="-317500" lvl="0" marL="457200" rtl="0" algn="l">
              <a:lnSpc>
                <a:spcPct val="150000"/>
              </a:lnSpc>
              <a:spcBef>
                <a:spcPts val="0"/>
              </a:spcBef>
              <a:spcAft>
                <a:spcPts val="0"/>
              </a:spcAft>
              <a:buSzPts val="1400"/>
              <a:buChar char="●"/>
            </a:pPr>
            <a:r>
              <a:rPr lang="en" sz="1400"/>
              <a:t>Used in security, ads, analytics</a:t>
            </a:r>
            <a:endParaRPr sz="1400"/>
          </a:p>
          <a:p>
            <a:pPr indent="-317500" lvl="0" marL="457200" rtl="0" algn="l">
              <a:lnSpc>
                <a:spcPct val="150000"/>
              </a:lnSpc>
              <a:spcBef>
                <a:spcPts val="0"/>
              </a:spcBef>
              <a:spcAft>
                <a:spcPts val="0"/>
              </a:spcAft>
              <a:buSzPts val="1400"/>
              <a:buChar char="●"/>
            </a:pPr>
            <a:r>
              <a:rPr lang="en" sz="1400"/>
              <a:t>Fast, contactless, and scalable</a:t>
            </a:r>
            <a:endParaRPr sz="1400"/>
          </a:p>
        </p:txBody>
      </p:sp>
      <p:sp>
        <p:nvSpPr>
          <p:cNvPr id="131" name="Google Shape;131;p23"/>
          <p:cNvSpPr/>
          <p:nvPr/>
        </p:nvSpPr>
        <p:spPr>
          <a:xfrm rot="-5400000">
            <a:off x="6600" y="1660525"/>
            <a:ext cx="1057500" cy="1070700"/>
          </a:xfrm>
          <a:prstGeom prst="rect">
            <a:avLst/>
          </a:prstGeom>
          <a:solidFill>
            <a:srgbClr val="151F3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2" name="Google Shape;132;p23" title="Untitled-design3-900x900.png"/>
          <p:cNvPicPr preferRelativeResize="0"/>
          <p:nvPr/>
        </p:nvPicPr>
        <p:blipFill rotWithShape="1">
          <a:blip r:embed="rId3">
            <a:alphaModFix/>
          </a:blip>
          <a:srcRect b="0" l="3122" r="3122" t="0"/>
          <a:stretch/>
        </p:blipFill>
        <p:spPr>
          <a:xfrm>
            <a:off x="0" y="464388"/>
            <a:ext cx="3951675" cy="4214725"/>
          </a:xfrm>
          <a:prstGeom prst="rect">
            <a:avLst/>
          </a:prstGeom>
          <a:noFill/>
          <a:ln>
            <a:noFill/>
          </a:ln>
        </p:spPr>
      </p:pic>
      <p:pic>
        <p:nvPicPr>
          <p:cNvPr id="133" name="Google Shape;133;p23" title="1709784180305.jpeg"/>
          <p:cNvPicPr preferRelativeResize="0"/>
          <p:nvPr/>
        </p:nvPicPr>
        <p:blipFill rotWithShape="1">
          <a:blip r:embed="rId4">
            <a:alphaModFix amt="52000"/>
          </a:blip>
          <a:srcRect b="0" l="10297" r="31194" t="0"/>
          <a:stretch/>
        </p:blipFill>
        <p:spPr>
          <a:xfrm>
            <a:off x="-197550" y="1510412"/>
            <a:ext cx="2536499" cy="316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p:nvPr/>
        </p:nvSpPr>
        <p:spPr>
          <a:xfrm>
            <a:off x="0" y="241700"/>
            <a:ext cx="5010000" cy="1163400"/>
          </a:xfrm>
          <a:prstGeom prst="rect">
            <a:avLst/>
          </a:prstGeom>
          <a:solidFill>
            <a:srgbClr val="151F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139" name="Google Shape;139;p24"/>
          <p:cNvSpPr txBox="1"/>
          <p:nvPr>
            <p:ph type="ctrTitle"/>
          </p:nvPr>
        </p:nvSpPr>
        <p:spPr>
          <a:xfrm>
            <a:off x="220250" y="241700"/>
            <a:ext cx="4143600" cy="10467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a:solidFill>
                  <a:schemeClr val="lt1"/>
                </a:solidFill>
              </a:rPr>
              <a:t>How Facial Recognition Works? </a:t>
            </a:r>
            <a:endParaRPr>
              <a:solidFill>
                <a:schemeClr val="lt1"/>
              </a:solidFill>
            </a:endParaRPr>
          </a:p>
        </p:txBody>
      </p:sp>
      <p:pic>
        <p:nvPicPr>
          <p:cNvPr id="140" name="Google Shape;140;p24"/>
          <p:cNvPicPr preferRelativeResize="0"/>
          <p:nvPr/>
        </p:nvPicPr>
        <p:blipFill>
          <a:blip r:embed="rId3">
            <a:alphaModFix/>
          </a:blip>
          <a:stretch>
            <a:fillRect/>
          </a:stretch>
        </p:blipFill>
        <p:spPr>
          <a:xfrm>
            <a:off x="5486950" y="0"/>
            <a:ext cx="3224375" cy="5143500"/>
          </a:xfrm>
          <a:prstGeom prst="rect">
            <a:avLst/>
          </a:prstGeom>
          <a:noFill/>
          <a:ln>
            <a:noFill/>
          </a:ln>
        </p:spPr>
      </p:pic>
      <p:sp>
        <p:nvSpPr>
          <p:cNvPr id="141" name="Google Shape;141;p24"/>
          <p:cNvSpPr/>
          <p:nvPr/>
        </p:nvSpPr>
        <p:spPr>
          <a:xfrm>
            <a:off x="6006650" y="4980325"/>
            <a:ext cx="2159700" cy="16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142" name="Google Shape;142;p24"/>
          <p:cNvSpPr/>
          <p:nvPr/>
        </p:nvSpPr>
        <p:spPr>
          <a:xfrm>
            <a:off x="0" y="2749175"/>
            <a:ext cx="4943400" cy="2397300"/>
          </a:xfrm>
          <a:prstGeom prst="rect">
            <a:avLst/>
          </a:prstGeom>
          <a:solidFill>
            <a:srgbClr val="151F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143" name="Google Shape;143;p24"/>
          <p:cNvSpPr txBox="1"/>
          <p:nvPr/>
        </p:nvSpPr>
        <p:spPr>
          <a:xfrm>
            <a:off x="472650" y="3318975"/>
            <a:ext cx="4064700" cy="14160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Livvic"/>
              <a:buChar char="●"/>
            </a:pPr>
            <a:r>
              <a:rPr lang="en" sz="1600">
                <a:solidFill>
                  <a:schemeClr val="lt1"/>
                </a:solidFill>
                <a:latin typeface="Livvic"/>
                <a:ea typeface="Livvic"/>
                <a:cs typeface="Livvic"/>
                <a:sym typeface="Livvic"/>
              </a:rPr>
              <a:t>PCA &amp; LDA comes under Feature Extraction</a:t>
            </a:r>
            <a:endParaRPr sz="1600">
              <a:solidFill>
                <a:schemeClr val="lt1"/>
              </a:solidFill>
              <a:latin typeface="Livvic"/>
              <a:ea typeface="Livvic"/>
              <a:cs typeface="Livvic"/>
              <a:sym typeface="Livvic"/>
            </a:endParaRPr>
          </a:p>
          <a:p>
            <a:pPr indent="0" lvl="0" marL="0" rtl="0" algn="l">
              <a:spcBef>
                <a:spcPts val="0"/>
              </a:spcBef>
              <a:spcAft>
                <a:spcPts val="0"/>
              </a:spcAft>
              <a:buNone/>
            </a:pPr>
            <a:r>
              <a:t/>
            </a:r>
            <a:endParaRPr sz="1600">
              <a:solidFill>
                <a:schemeClr val="lt1"/>
              </a:solidFill>
              <a:latin typeface="Livvic"/>
              <a:ea typeface="Livvic"/>
              <a:cs typeface="Livvic"/>
              <a:sym typeface="Livvic"/>
            </a:endParaRPr>
          </a:p>
          <a:p>
            <a:pPr indent="-330200" lvl="0" marL="457200" rtl="0" algn="l">
              <a:spcBef>
                <a:spcPts val="0"/>
              </a:spcBef>
              <a:spcAft>
                <a:spcPts val="0"/>
              </a:spcAft>
              <a:buClr>
                <a:schemeClr val="lt1"/>
              </a:buClr>
              <a:buSzPts val="1600"/>
              <a:buFont typeface="Livvic"/>
              <a:buChar char="●"/>
            </a:pPr>
            <a:r>
              <a:rPr lang="en" sz="1600">
                <a:solidFill>
                  <a:schemeClr val="lt1"/>
                </a:solidFill>
                <a:latin typeface="Livvic"/>
                <a:ea typeface="Livvic"/>
                <a:cs typeface="Livvic"/>
                <a:sym typeface="Livvic"/>
              </a:rPr>
              <a:t>k-NN comes under Classifier</a:t>
            </a:r>
            <a:endParaRPr sz="1600">
              <a:solidFill>
                <a:schemeClr val="lt1"/>
              </a:solidFill>
              <a:latin typeface="Livvic"/>
              <a:ea typeface="Livvic"/>
              <a:cs typeface="Livvic"/>
              <a:sym typeface="Livvic"/>
            </a:endParaRPr>
          </a:p>
          <a:p>
            <a:pPr indent="0" lvl="0" marL="0" rtl="0" algn="l">
              <a:spcBef>
                <a:spcPts val="0"/>
              </a:spcBef>
              <a:spcAft>
                <a:spcPts val="0"/>
              </a:spcAft>
              <a:buNone/>
            </a:pPr>
            <a:r>
              <a:t/>
            </a:r>
            <a:endParaRPr sz="1600">
              <a:solidFill>
                <a:schemeClr val="lt1"/>
              </a:solidFill>
              <a:latin typeface="Livvic"/>
              <a:ea typeface="Livvic"/>
              <a:cs typeface="Livvic"/>
              <a:sym typeface="Livv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47" name="Shape 147"/>
        <p:cNvGrpSpPr/>
        <p:nvPr/>
      </p:nvGrpSpPr>
      <p:grpSpPr>
        <a:xfrm>
          <a:off x="0" y="0"/>
          <a:ext cx="0" cy="0"/>
          <a:chOff x="0" y="0"/>
          <a:chExt cx="0" cy="0"/>
        </a:xfrm>
      </p:grpSpPr>
      <p:sp>
        <p:nvSpPr>
          <p:cNvPr id="148" name="Google Shape;148;p25"/>
          <p:cNvSpPr/>
          <p:nvPr/>
        </p:nvSpPr>
        <p:spPr>
          <a:xfrm flipH="1" rot="-5400000">
            <a:off x="-957850" y="957900"/>
            <a:ext cx="5140800" cy="32250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25"/>
          <p:cNvSpPr txBox="1"/>
          <p:nvPr>
            <p:ph idx="7" type="subTitle"/>
          </p:nvPr>
        </p:nvSpPr>
        <p:spPr>
          <a:xfrm>
            <a:off x="3427997" y="2326172"/>
            <a:ext cx="19065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lang="en" sz="1400"/>
              <a:t>LDA improves gender class separation</a:t>
            </a:r>
            <a:br>
              <a:rPr lang="en" sz="1400"/>
            </a:br>
            <a:endParaRPr sz="1400"/>
          </a:p>
          <a:p>
            <a:pPr indent="0" lvl="0" marL="0" rtl="0" algn="l">
              <a:lnSpc>
                <a:spcPct val="100000"/>
              </a:lnSpc>
              <a:spcBef>
                <a:spcPts val="0"/>
              </a:spcBef>
              <a:spcAft>
                <a:spcPts val="0"/>
              </a:spcAft>
              <a:buSzPts val="1000"/>
              <a:buNone/>
            </a:pPr>
            <a:r>
              <a:t/>
            </a:r>
            <a:endParaRPr sz="1400"/>
          </a:p>
        </p:txBody>
      </p:sp>
      <p:sp>
        <p:nvSpPr>
          <p:cNvPr id="150" name="Google Shape;150;p25"/>
          <p:cNvSpPr txBox="1"/>
          <p:nvPr>
            <p:ph idx="8" type="title"/>
          </p:nvPr>
        </p:nvSpPr>
        <p:spPr>
          <a:xfrm>
            <a:off x="2023007" y="2323463"/>
            <a:ext cx="15735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solidFill>
                  <a:schemeClr val="lt1"/>
                </a:solidFill>
              </a:rPr>
              <a:t>02</a:t>
            </a:r>
            <a:endParaRPr>
              <a:solidFill>
                <a:schemeClr val="lt1"/>
              </a:solidFill>
            </a:endParaRPr>
          </a:p>
        </p:txBody>
      </p:sp>
      <p:sp>
        <p:nvSpPr>
          <p:cNvPr id="151" name="Google Shape;151;p25"/>
          <p:cNvSpPr txBox="1"/>
          <p:nvPr>
            <p:ph type="ctrTitle"/>
          </p:nvPr>
        </p:nvSpPr>
        <p:spPr>
          <a:xfrm>
            <a:off x="3425277" y="654123"/>
            <a:ext cx="2251800" cy="577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1200"/>
              <a:buNone/>
            </a:pPr>
            <a:r>
              <a:rPr lang="en" sz="2400"/>
              <a:t>CLASSICAL TECHNIQUES</a:t>
            </a:r>
            <a:endParaRPr sz="2400"/>
          </a:p>
        </p:txBody>
      </p:sp>
      <p:sp>
        <p:nvSpPr>
          <p:cNvPr id="152" name="Google Shape;152;p25"/>
          <p:cNvSpPr txBox="1"/>
          <p:nvPr>
            <p:ph idx="4" type="subTitle"/>
          </p:nvPr>
        </p:nvSpPr>
        <p:spPr>
          <a:xfrm>
            <a:off x="3428009" y="1529021"/>
            <a:ext cx="19767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lang="en" sz="1400"/>
              <a:t>PCA reduces image dimensionality</a:t>
            </a:r>
            <a:endParaRPr sz="1400"/>
          </a:p>
        </p:txBody>
      </p:sp>
      <p:sp>
        <p:nvSpPr>
          <p:cNvPr id="153" name="Google Shape;153;p25"/>
          <p:cNvSpPr txBox="1"/>
          <p:nvPr>
            <p:ph idx="5" type="title"/>
          </p:nvPr>
        </p:nvSpPr>
        <p:spPr>
          <a:xfrm>
            <a:off x="2023007" y="1488788"/>
            <a:ext cx="16152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solidFill>
                  <a:schemeClr val="lt1"/>
                </a:solidFill>
              </a:rPr>
              <a:t>01</a:t>
            </a:r>
            <a:endParaRPr>
              <a:solidFill>
                <a:schemeClr val="lt1"/>
              </a:solidFill>
            </a:endParaRPr>
          </a:p>
        </p:txBody>
      </p:sp>
      <p:sp>
        <p:nvSpPr>
          <p:cNvPr id="154" name="Google Shape;154;p25"/>
          <p:cNvSpPr txBox="1"/>
          <p:nvPr>
            <p:ph idx="14" type="subTitle"/>
          </p:nvPr>
        </p:nvSpPr>
        <p:spPr>
          <a:xfrm>
            <a:off x="3427997" y="3160859"/>
            <a:ext cx="19065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lang="en" sz="1400"/>
              <a:t>k-NN used for simple, fast classification</a:t>
            </a:r>
            <a:br>
              <a:rPr lang="en" sz="1400"/>
            </a:br>
            <a:endParaRPr sz="1400"/>
          </a:p>
          <a:p>
            <a:pPr indent="0" lvl="0" marL="0" rtl="0" algn="l">
              <a:lnSpc>
                <a:spcPct val="100000"/>
              </a:lnSpc>
              <a:spcBef>
                <a:spcPts val="0"/>
              </a:spcBef>
              <a:spcAft>
                <a:spcPts val="0"/>
              </a:spcAft>
              <a:buSzPts val="1000"/>
              <a:buNone/>
            </a:pPr>
            <a:r>
              <a:t/>
            </a:r>
            <a:endParaRPr sz="1400"/>
          </a:p>
        </p:txBody>
      </p:sp>
      <p:sp>
        <p:nvSpPr>
          <p:cNvPr id="155" name="Google Shape;155;p25"/>
          <p:cNvSpPr txBox="1"/>
          <p:nvPr>
            <p:ph idx="15" type="title"/>
          </p:nvPr>
        </p:nvSpPr>
        <p:spPr>
          <a:xfrm>
            <a:off x="2023007" y="3158138"/>
            <a:ext cx="15735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solidFill>
                  <a:schemeClr val="lt1"/>
                </a:solidFill>
              </a:rPr>
              <a:t>03</a:t>
            </a:r>
            <a:endParaRPr>
              <a:solidFill>
                <a:schemeClr val="lt1"/>
              </a:solidFill>
            </a:endParaRPr>
          </a:p>
        </p:txBody>
      </p:sp>
      <p:sp>
        <p:nvSpPr>
          <p:cNvPr id="156" name="Google Shape;156;p25"/>
          <p:cNvSpPr txBox="1"/>
          <p:nvPr>
            <p:ph idx="17" type="subTitle"/>
          </p:nvPr>
        </p:nvSpPr>
        <p:spPr>
          <a:xfrm>
            <a:off x="3428000" y="3992825"/>
            <a:ext cx="2153400" cy="57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000"/>
              <a:buNone/>
            </a:pPr>
            <a:r>
              <a:rPr lang="en" sz="1400"/>
              <a:t>Suitable for small datasets and fast systems</a:t>
            </a:r>
            <a:endParaRPr sz="1400"/>
          </a:p>
        </p:txBody>
      </p:sp>
      <p:sp>
        <p:nvSpPr>
          <p:cNvPr id="157" name="Google Shape;157;p25"/>
          <p:cNvSpPr txBox="1"/>
          <p:nvPr>
            <p:ph idx="18" type="title"/>
          </p:nvPr>
        </p:nvSpPr>
        <p:spPr>
          <a:xfrm>
            <a:off x="2023007" y="3992813"/>
            <a:ext cx="1573500" cy="577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800"/>
              <a:buNone/>
            </a:pPr>
            <a:r>
              <a:rPr lang="en">
                <a:solidFill>
                  <a:schemeClr val="lt1"/>
                </a:solidFill>
              </a:rPr>
              <a:t>04</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p:nvPr/>
        </p:nvSpPr>
        <p:spPr>
          <a:xfrm>
            <a:off x="2960900" y="0"/>
            <a:ext cx="2979300" cy="26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6"/>
          <p:cNvSpPr/>
          <p:nvPr/>
        </p:nvSpPr>
        <p:spPr>
          <a:xfrm>
            <a:off x="5940201" y="0"/>
            <a:ext cx="3203700" cy="26322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6"/>
          <p:cNvSpPr/>
          <p:nvPr/>
        </p:nvSpPr>
        <p:spPr>
          <a:xfrm>
            <a:off x="2913300" y="2632200"/>
            <a:ext cx="3027000" cy="25113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6"/>
          <p:cNvSpPr/>
          <p:nvPr/>
        </p:nvSpPr>
        <p:spPr>
          <a:xfrm>
            <a:off x="5940300" y="2632200"/>
            <a:ext cx="3203700" cy="25113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6"/>
          <p:cNvSpPr txBox="1"/>
          <p:nvPr>
            <p:ph idx="2" type="ctrTitle"/>
          </p:nvPr>
        </p:nvSpPr>
        <p:spPr>
          <a:xfrm>
            <a:off x="6047300" y="961975"/>
            <a:ext cx="3096600" cy="1293000"/>
          </a:xfrm>
          <a:prstGeom prst="rect">
            <a:avLst/>
          </a:prstGeom>
          <a:noFill/>
          <a:ln>
            <a:noFill/>
          </a:ln>
        </p:spPr>
        <p:txBody>
          <a:bodyPr anchorCtr="0" anchor="b" bIns="91425" lIns="91425" spcFirstLastPara="1" rIns="91425" wrap="square" tIns="91425">
            <a:spAutoFit/>
          </a:bodyPr>
          <a:lstStyle/>
          <a:p>
            <a:pPr indent="-342900" lvl="0" marL="457200" rtl="0" algn="l">
              <a:lnSpc>
                <a:spcPct val="100000"/>
              </a:lnSpc>
              <a:spcBef>
                <a:spcPts val="0"/>
              </a:spcBef>
              <a:spcAft>
                <a:spcPts val="0"/>
              </a:spcAft>
              <a:buClr>
                <a:schemeClr val="lt1"/>
              </a:buClr>
              <a:buSzPts val="1800"/>
              <a:buChar char="●"/>
            </a:pPr>
            <a:r>
              <a:rPr b="0" lang="en">
                <a:solidFill>
                  <a:schemeClr val="lt1"/>
                </a:solidFill>
              </a:rPr>
              <a:t>k-NN works well on reduced data</a:t>
            </a:r>
            <a:br>
              <a:rPr b="0" lang="en">
                <a:solidFill>
                  <a:schemeClr val="lt1"/>
                </a:solidFill>
              </a:rPr>
            </a:br>
            <a:endParaRPr b="0">
              <a:solidFill>
                <a:schemeClr val="lt1"/>
              </a:solidFill>
            </a:endParaRPr>
          </a:p>
          <a:p>
            <a:pPr indent="0" lvl="0" marL="0" rtl="0" algn="l">
              <a:lnSpc>
                <a:spcPct val="100000"/>
              </a:lnSpc>
              <a:spcBef>
                <a:spcPts val="0"/>
              </a:spcBef>
              <a:spcAft>
                <a:spcPts val="0"/>
              </a:spcAft>
              <a:buSzPts val="1800"/>
              <a:buNone/>
            </a:pPr>
            <a:r>
              <a:t/>
            </a:r>
            <a:endParaRPr b="0">
              <a:solidFill>
                <a:schemeClr val="lt1"/>
              </a:solidFill>
            </a:endParaRPr>
          </a:p>
        </p:txBody>
      </p:sp>
      <p:sp>
        <p:nvSpPr>
          <p:cNvPr id="167" name="Google Shape;167;p26"/>
          <p:cNvSpPr txBox="1"/>
          <p:nvPr>
            <p:ph idx="4" type="ctrTitle"/>
          </p:nvPr>
        </p:nvSpPr>
        <p:spPr>
          <a:xfrm>
            <a:off x="2960900" y="3518400"/>
            <a:ext cx="2979300" cy="738900"/>
          </a:xfrm>
          <a:prstGeom prst="rect">
            <a:avLst/>
          </a:prstGeom>
          <a:noFill/>
          <a:ln>
            <a:noFill/>
          </a:ln>
        </p:spPr>
        <p:txBody>
          <a:bodyPr anchorCtr="0" anchor="b" bIns="91425" lIns="91425" spcFirstLastPara="1" rIns="91425" wrap="square" tIns="91425">
            <a:spAutoFit/>
          </a:bodyPr>
          <a:lstStyle/>
          <a:p>
            <a:pPr indent="-342900" lvl="0" marL="457200" rtl="0" algn="l">
              <a:lnSpc>
                <a:spcPct val="100000"/>
              </a:lnSpc>
              <a:spcBef>
                <a:spcPts val="0"/>
              </a:spcBef>
              <a:spcAft>
                <a:spcPts val="0"/>
              </a:spcAft>
              <a:buClr>
                <a:schemeClr val="lt1"/>
              </a:buClr>
              <a:buSzPts val="1800"/>
              <a:buChar char="●"/>
            </a:pPr>
            <a:r>
              <a:rPr b="0" lang="en">
                <a:solidFill>
                  <a:schemeClr val="lt1"/>
                </a:solidFill>
              </a:rPr>
              <a:t>Used together for interpretable accuracy</a:t>
            </a:r>
            <a:endParaRPr b="0">
              <a:solidFill>
                <a:schemeClr val="lt1"/>
              </a:solidFill>
            </a:endParaRPr>
          </a:p>
        </p:txBody>
      </p:sp>
      <p:sp>
        <p:nvSpPr>
          <p:cNvPr id="168" name="Google Shape;168;p26"/>
          <p:cNvSpPr txBox="1"/>
          <p:nvPr>
            <p:ph type="ctrTitle"/>
          </p:nvPr>
        </p:nvSpPr>
        <p:spPr>
          <a:xfrm>
            <a:off x="2864300" y="961975"/>
            <a:ext cx="2865000" cy="1293000"/>
          </a:xfrm>
          <a:prstGeom prst="rect">
            <a:avLst/>
          </a:prstGeom>
          <a:noFill/>
          <a:ln>
            <a:noFill/>
          </a:ln>
        </p:spPr>
        <p:txBody>
          <a:bodyPr anchorCtr="0" anchor="b" bIns="91425" lIns="91425" spcFirstLastPara="1" rIns="91425" wrap="square" tIns="91425">
            <a:spAutoFit/>
          </a:bodyPr>
          <a:lstStyle/>
          <a:p>
            <a:pPr indent="-342900" lvl="0" marL="457200" rtl="0" algn="ctr">
              <a:lnSpc>
                <a:spcPct val="100000"/>
              </a:lnSpc>
              <a:spcBef>
                <a:spcPts val="0"/>
              </a:spcBef>
              <a:spcAft>
                <a:spcPts val="0"/>
              </a:spcAft>
              <a:buSzPts val="1800"/>
              <a:buChar char="●"/>
            </a:pPr>
            <a:r>
              <a:rPr b="0" lang="en"/>
              <a:t>PCA + LDA improve feature separation</a:t>
            </a:r>
            <a:br>
              <a:rPr b="0" lang="en"/>
            </a:br>
            <a:endParaRPr b="0"/>
          </a:p>
          <a:p>
            <a:pPr indent="0" lvl="0" marL="0" rtl="0" algn="ctr">
              <a:lnSpc>
                <a:spcPct val="100000"/>
              </a:lnSpc>
              <a:spcBef>
                <a:spcPts val="0"/>
              </a:spcBef>
              <a:spcAft>
                <a:spcPts val="0"/>
              </a:spcAft>
              <a:buSzPts val="1800"/>
              <a:buNone/>
            </a:pPr>
            <a:r>
              <a:t/>
            </a:r>
            <a:endParaRPr b="0"/>
          </a:p>
        </p:txBody>
      </p:sp>
      <p:sp>
        <p:nvSpPr>
          <p:cNvPr id="169" name="Google Shape;169;p26"/>
          <p:cNvSpPr txBox="1"/>
          <p:nvPr>
            <p:ph idx="7" type="ctrTitle"/>
          </p:nvPr>
        </p:nvSpPr>
        <p:spPr>
          <a:xfrm>
            <a:off x="5993850" y="3518400"/>
            <a:ext cx="3096600" cy="1098900"/>
          </a:xfrm>
          <a:prstGeom prst="rect">
            <a:avLst/>
          </a:prstGeom>
          <a:noFill/>
          <a:ln>
            <a:noFill/>
          </a:ln>
        </p:spPr>
        <p:txBody>
          <a:bodyPr anchorCtr="0" anchor="b" bIns="91425" lIns="91425" spcFirstLastPara="1" rIns="91425" wrap="square" tIns="91425">
            <a:spAutoFit/>
          </a:bodyPr>
          <a:lstStyle/>
          <a:p>
            <a:pPr indent="-342900" lvl="0" marL="457200" rtl="0" algn="l">
              <a:lnSpc>
                <a:spcPct val="115000"/>
              </a:lnSpc>
              <a:spcBef>
                <a:spcPts val="1200"/>
              </a:spcBef>
              <a:spcAft>
                <a:spcPts val="0"/>
              </a:spcAft>
              <a:buSzPts val="1800"/>
              <a:buChar char="●"/>
            </a:pPr>
            <a:r>
              <a:rPr b="0" lang="en"/>
              <a:t>Applied in FERET and other benchmark datasets</a:t>
            </a:r>
            <a:endParaRPr b="0"/>
          </a:p>
        </p:txBody>
      </p:sp>
      <p:sp>
        <p:nvSpPr>
          <p:cNvPr id="170" name="Google Shape;170;p26"/>
          <p:cNvSpPr txBox="1"/>
          <p:nvPr>
            <p:ph idx="6" type="ctrTitle"/>
          </p:nvPr>
        </p:nvSpPr>
        <p:spPr>
          <a:xfrm>
            <a:off x="230450" y="1871925"/>
            <a:ext cx="2865000" cy="1293000"/>
          </a:xfrm>
          <a:prstGeom prst="rect">
            <a:avLst/>
          </a:prstGeom>
          <a:noFill/>
          <a:ln>
            <a:noFill/>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2400"/>
              <a:buNone/>
            </a:pPr>
            <a:r>
              <a:rPr lang="en"/>
              <a:t>COMBINED CLASSICAL METHODS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id="175" name="Google Shape;175;p27" title="Screenshot 2025-05-05 185654.png"/>
          <p:cNvPicPr preferRelativeResize="0"/>
          <p:nvPr/>
        </p:nvPicPr>
        <p:blipFill>
          <a:blip r:embed="rId3">
            <a:alphaModFix/>
          </a:blip>
          <a:stretch>
            <a:fillRect/>
          </a:stretch>
        </p:blipFill>
        <p:spPr>
          <a:xfrm>
            <a:off x="1437238" y="212013"/>
            <a:ext cx="6269525" cy="4719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pic>
        <p:nvPicPr>
          <p:cNvPr id="180" name="Google Shape;180;p28" title="0_KP3jRIcw7JiuZgzD.png"/>
          <p:cNvPicPr preferRelativeResize="0"/>
          <p:nvPr/>
        </p:nvPicPr>
        <p:blipFill rotWithShape="1">
          <a:blip r:embed="rId3">
            <a:alphaModFix/>
          </a:blip>
          <a:srcRect b="0" l="2606" r="2615" t="0"/>
          <a:stretch/>
        </p:blipFill>
        <p:spPr>
          <a:xfrm>
            <a:off x="5381625" y="0"/>
            <a:ext cx="3762372" cy="5143499"/>
          </a:xfrm>
          <a:prstGeom prst="rect">
            <a:avLst/>
          </a:prstGeom>
          <a:noFill/>
          <a:ln>
            <a:noFill/>
          </a:ln>
        </p:spPr>
      </p:pic>
      <p:sp>
        <p:nvSpPr>
          <p:cNvPr id="181" name="Google Shape;181;p28"/>
          <p:cNvSpPr txBox="1"/>
          <p:nvPr>
            <p:ph idx="1" type="subTitle"/>
          </p:nvPr>
        </p:nvSpPr>
        <p:spPr>
          <a:xfrm flipH="1">
            <a:off x="1153925" y="2164350"/>
            <a:ext cx="3285600" cy="2124000"/>
          </a:xfrm>
          <a:prstGeom prst="rect">
            <a:avLst/>
          </a:prstGeom>
          <a:noFill/>
          <a:ln>
            <a:noFill/>
          </a:ln>
        </p:spPr>
        <p:txBody>
          <a:bodyPr anchorCtr="0" anchor="t" bIns="91425" lIns="91425" spcFirstLastPara="1" rIns="91425" wrap="square" tIns="91425">
            <a:spAutoFit/>
          </a:bodyPr>
          <a:lstStyle/>
          <a:p>
            <a:pPr indent="-317500" lvl="0" marL="457200" rtl="0" algn="l">
              <a:lnSpc>
                <a:spcPct val="100000"/>
              </a:lnSpc>
              <a:spcBef>
                <a:spcPts val="0"/>
              </a:spcBef>
              <a:spcAft>
                <a:spcPts val="0"/>
              </a:spcAft>
              <a:buSzPts val="1400"/>
              <a:buChar char="●"/>
            </a:pPr>
            <a:r>
              <a:rPr lang="en" sz="1400"/>
              <a:t>Uses facial landmarks &amp; edges</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Neural networks built on geometric features</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Effective with limited data</a:t>
            </a:r>
            <a:endParaRPr sz="1400"/>
          </a:p>
          <a:p>
            <a:pPr indent="0" lvl="0" marL="0" rtl="0" algn="l">
              <a:lnSpc>
                <a:spcPct val="100000"/>
              </a:lnSpc>
              <a:spcBef>
                <a:spcPts val="0"/>
              </a:spcBef>
              <a:spcAft>
                <a:spcPts val="0"/>
              </a:spcAft>
              <a:buSzPts val="1200"/>
              <a:buNone/>
            </a:pPr>
            <a:r>
              <a:t/>
            </a:r>
            <a:endParaRPr sz="1400"/>
          </a:p>
          <a:p>
            <a:pPr indent="-317500" lvl="0" marL="457200" rtl="0" algn="l">
              <a:lnSpc>
                <a:spcPct val="100000"/>
              </a:lnSpc>
              <a:spcBef>
                <a:spcPts val="0"/>
              </a:spcBef>
              <a:spcAft>
                <a:spcPts val="0"/>
              </a:spcAft>
              <a:buSzPts val="1400"/>
              <a:buChar char="●"/>
            </a:pPr>
            <a:r>
              <a:rPr lang="en" sz="1400"/>
              <a:t>Good for structured environments</a:t>
            </a:r>
            <a:endParaRPr sz="1400"/>
          </a:p>
          <a:p>
            <a:pPr indent="0" lvl="0" marL="0" rtl="0" algn="l">
              <a:lnSpc>
                <a:spcPct val="100000"/>
              </a:lnSpc>
              <a:spcBef>
                <a:spcPts val="0"/>
              </a:spcBef>
              <a:spcAft>
                <a:spcPts val="0"/>
              </a:spcAft>
              <a:buSzPts val="1200"/>
              <a:buNone/>
            </a:pPr>
            <a:r>
              <a:t/>
            </a:r>
            <a:endParaRPr sz="1400"/>
          </a:p>
        </p:txBody>
      </p:sp>
      <p:sp>
        <p:nvSpPr>
          <p:cNvPr id="182" name="Google Shape;182;p28"/>
          <p:cNvSpPr txBox="1"/>
          <p:nvPr>
            <p:ph type="title"/>
          </p:nvPr>
        </p:nvSpPr>
        <p:spPr>
          <a:xfrm>
            <a:off x="712800" y="533100"/>
            <a:ext cx="3498000" cy="2339700"/>
          </a:xfrm>
          <a:prstGeom prst="rect">
            <a:avLst/>
          </a:prstGeom>
          <a:noFill/>
          <a:ln>
            <a:noFill/>
          </a:ln>
        </p:spPr>
        <p:txBody>
          <a:bodyPr anchorCtr="0" anchor="ctr" bIns="91425" lIns="91425" spcFirstLastPara="1" rIns="91425" wrap="square" tIns="91425">
            <a:spAutoFit/>
          </a:bodyPr>
          <a:lstStyle/>
          <a:p>
            <a:pPr indent="0" lvl="0" marL="0" rtl="0" algn="r">
              <a:lnSpc>
                <a:spcPct val="100000"/>
              </a:lnSpc>
              <a:spcBef>
                <a:spcPts val="0"/>
              </a:spcBef>
              <a:spcAft>
                <a:spcPts val="0"/>
              </a:spcAft>
              <a:buSzPts val="2800"/>
              <a:buNone/>
            </a:pPr>
            <a:r>
              <a:rPr lang="en"/>
              <a:t>Edge and Geometry-Based Recognition</a:t>
            </a:r>
            <a:endParaRPr/>
          </a:p>
          <a:p>
            <a:pPr indent="0" lvl="0" marL="0" rtl="0" algn="r">
              <a:lnSpc>
                <a:spcPct val="100000"/>
              </a:lnSpc>
              <a:spcBef>
                <a:spcPts val="0"/>
              </a:spcBef>
              <a:spcAft>
                <a:spcPts val="0"/>
              </a:spcAft>
              <a:buSzPts val="2800"/>
              <a:buNone/>
            </a:pPr>
            <a:r>
              <a:t/>
            </a:r>
            <a:endParaRPr/>
          </a:p>
          <a:p>
            <a:pPr indent="0" lvl="0" marL="0" rtl="0" algn="r">
              <a:lnSpc>
                <a:spcPct val="100000"/>
              </a:lnSpc>
              <a:spcBef>
                <a:spcPts val="0"/>
              </a:spcBef>
              <a:spcAft>
                <a:spcPts val="0"/>
              </a:spcAft>
              <a:buSzPts val="2800"/>
              <a:buNone/>
            </a:pPr>
            <a:r>
              <a:t/>
            </a:r>
            <a:endParaRPr/>
          </a:p>
        </p:txBody>
      </p:sp>
      <p:sp>
        <p:nvSpPr>
          <p:cNvPr id="183" name="Google Shape;183;p28"/>
          <p:cNvSpPr/>
          <p:nvPr/>
        </p:nvSpPr>
        <p:spPr>
          <a:xfrm>
            <a:off x="0" y="1577400"/>
            <a:ext cx="362100" cy="19887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ctrTitle"/>
          </p:nvPr>
        </p:nvSpPr>
        <p:spPr>
          <a:xfrm>
            <a:off x="918800" y="962700"/>
            <a:ext cx="3732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2400"/>
              <a:buNone/>
            </a:pPr>
            <a:r>
              <a:rPr lang="en"/>
              <a:t>Texture-Based Techniques – LBP &amp; LPQ</a:t>
            </a:r>
            <a:endParaRPr/>
          </a:p>
        </p:txBody>
      </p:sp>
      <p:sp>
        <p:nvSpPr>
          <p:cNvPr id="189" name="Google Shape;189;p29"/>
          <p:cNvSpPr txBox="1"/>
          <p:nvPr>
            <p:ph idx="4294967295" type="subTitle"/>
          </p:nvPr>
        </p:nvSpPr>
        <p:spPr>
          <a:xfrm flipH="1">
            <a:off x="714350" y="2209650"/>
            <a:ext cx="5823600" cy="16932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200000"/>
              </a:lnSpc>
              <a:spcBef>
                <a:spcPts val="0"/>
              </a:spcBef>
              <a:spcAft>
                <a:spcPts val="0"/>
              </a:spcAft>
              <a:buClr>
                <a:schemeClr val="dk1"/>
              </a:buClr>
              <a:buSzPts val="1400"/>
              <a:buFont typeface="Catamaran Light"/>
              <a:buChar char="●"/>
            </a:pPr>
            <a:r>
              <a:rPr b="0" i="0" lang="en" sz="1400" u="none" cap="none" strike="noStrike">
                <a:solidFill>
                  <a:schemeClr val="dk1"/>
                </a:solidFill>
                <a:latin typeface="Catamaran Light"/>
                <a:ea typeface="Catamaran Light"/>
                <a:cs typeface="Catamaran Light"/>
                <a:sym typeface="Catamaran Light"/>
              </a:rPr>
              <a:t>LBP &amp; LPQ capture micro-texture info</a:t>
            </a:r>
            <a:endParaRPr b="0" i="0" sz="1400" u="none" cap="none" strike="noStrike">
              <a:solidFill>
                <a:schemeClr val="dk1"/>
              </a:solidFill>
              <a:latin typeface="Catamaran Light"/>
              <a:ea typeface="Catamaran Light"/>
              <a:cs typeface="Catamaran Light"/>
              <a:sym typeface="Catamaran Light"/>
            </a:endParaRPr>
          </a:p>
          <a:p>
            <a:pPr indent="-317500" lvl="0" marL="457200" marR="0" rtl="0" algn="l">
              <a:lnSpc>
                <a:spcPct val="200000"/>
              </a:lnSpc>
              <a:spcBef>
                <a:spcPts val="0"/>
              </a:spcBef>
              <a:spcAft>
                <a:spcPts val="0"/>
              </a:spcAft>
              <a:buClr>
                <a:schemeClr val="dk1"/>
              </a:buClr>
              <a:buSzPts val="1400"/>
              <a:buFont typeface="Catamaran Light"/>
              <a:buChar char="●"/>
            </a:pPr>
            <a:r>
              <a:rPr b="0" i="0" lang="en" sz="1400" u="none" cap="none" strike="noStrike">
                <a:solidFill>
                  <a:schemeClr val="dk1"/>
                </a:solidFill>
                <a:latin typeface="Catamaran Light"/>
                <a:ea typeface="Catamaran Light"/>
                <a:cs typeface="Catamaran Light"/>
                <a:sym typeface="Catamaran Light"/>
              </a:rPr>
              <a:t>Robust to lighting variation</a:t>
            </a:r>
            <a:endParaRPr b="0" i="0" sz="1400" u="none" cap="none" strike="noStrike">
              <a:solidFill>
                <a:schemeClr val="dk1"/>
              </a:solidFill>
              <a:latin typeface="Catamaran Light"/>
              <a:ea typeface="Catamaran Light"/>
              <a:cs typeface="Catamaran Light"/>
              <a:sym typeface="Catamaran Light"/>
            </a:endParaRPr>
          </a:p>
          <a:p>
            <a:pPr indent="-317500" lvl="0" marL="457200" marR="0" rtl="0" algn="l">
              <a:lnSpc>
                <a:spcPct val="200000"/>
              </a:lnSpc>
              <a:spcBef>
                <a:spcPts val="0"/>
              </a:spcBef>
              <a:spcAft>
                <a:spcPts val="0"/>
              </a:spcAft>
              <a:buClr>
                <a:schemeClr val="dk1"/>
              </a:buClr>
              <a:buSzPts val="1400"/>
              <a:buFont typeface="Catamaran Light"/>
              <a:buChar char="●"/>
            </a:pPr>
            <a:r>
              <a:rPr b="0" i="0" lang="en" sz="1400" u="none" cap="none" strike="noStrike">
                <a:solidFill>
                  <a:schemeClr val="dk1"/>
                </a:solidFill>
                <a:latin typeface="Catamaran Light"/>
                <a:ea typeface="Catamaran Light"/>
                <a:cs typeface="Catamaran Light"/>
                <a:sym typeface="Catamaran Light"/>
              </a:rPr>
              <a:t>Useful in real-world scenes (IoG)</a:t>
            </a:r>
            <a:endParaRPr b="0" i="0" sz="1400" u="none" cap="none" strike="noStrike">
              <a:solidFill>
                <a:schemeClr val="dk1"/>
              </a:solidFill>
              <a:latin typeface="Catamaran Light"/>
              <a:ea typeface="Catamaran Light"/>
              <a:cs typeface="Catamaran Light"/>
              <a:sym typeface="Catamaran Light"/>
            </a:endParaRPr>
          </a:p>
          <a:p>
            <a:pPr indent="-317500" lvl="0" marL="457200" marR="0" rtl="0" algn="l">
              <a:lnSpc>
                <a:spcPct val="200000"/>
              </a:lnSpc>
              <a:spcBef>
                <a:spcPts val="0"/>
              </a:spcBef>
              <a:spcAft>
                <a:spcPts val="0"/>
              </a:spcAft>
              <a:buClr>
                <a:schemeClr val="dk1"/>
              </a:buClr>
              <a:buSzPts val="1400"/>
              <a:buFont typeface="Catamaran Light"/>
              <a:buChar char="●"/>
            </a:pPr>
            <a:r>
              <a:rPr b="0" i="0" lang="en" sz="1400" u="none" cap="none" strike="noStrike">
                <a:solidFill>
                  <a:schemeClr val="dk1"/>
                </a:solidFill>
                <a:latin typeface="Catamaran Light"/>
                <a:ea typeface="Catamaran Light"/>
                <a:cs typeface="Catamaran Light"/>
                <a:sym typeface="Catamaran Light"/>
              </a:rPr>
              <a:t>Enhances feature richness at low cost</a:t>
            </a:r>
            <a:endParaRPr b="0" i="0" sz="1400" u="none" cap="none" strike="noStrike">
              <a:solidFill>
                <a:schemeClr val="dk1"/>
              </a:solidFill>
              <a:latin typeface="Catamaran Light"/>
              <a:ea typeface="Catamaran Light"/>
              <a:cs typeface="Catamaran Light"/>
              <a:sym typeface="Catamaran Light"/>
            </a:endParaRPr>
          </a:p>
        </p:txBody>
      </p:sp>
      <p:sp>
        <p:nvSpPr>
          <p:cNvPr id="190" name="Google Shape;190;p29"/>
          <p:cNvSpPr/>
          <p:nvPr/>
        </p:nvSpPr>
        <p:spPr>
          <a:xfrm flipH="1" rot="-5400000">
            <a:off x="83000" y="-82950"/>
            <a:ext cx="548400" cy="7143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9"/>
          <p:cNvSpPr/>
          <p:nvPr/>
        </p:nvSpPr>
        <p:spPr>
          <a:xfrm flipH="1" rot="-5400000">
            <a:off x="7392500" y="3397650"/>
            <a:ext cx="891300" cy="26004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9"/>
          <p:cNvSpPr txBox="1"/>
          <p:nvPr/>
        </p:nvSpPr>
        <p:spPr>
          <a:xfrm>
            <a:off x="6362500" y="4420800"/>
            <a:ext cx="31308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lt1"/>
              </a:buClr>
              <a:buSzPts val="1200"/>
              <a:buFont typeface="Livvic"/>
              <a:buChar char="●"/>
            </a:pPr>
            <a:r>
              <a:rPr lang="en" sz="1200">
                <a:solidFill>
                  <a:schemeClr val="lt1"/>
                </a:solidFill>
                <a:latin typeface="Livvic"/>
                <a:ea typeface="Livvic"/>
                <a:cs typeface="Livvic"/>
                <a:sym typeface="Livvic"/>
              </a:rPr>
              <a:t>LBP - Local Binary Patterns</a:t>
            </a:r>
            <a:endParaRPr sz="1200">
              <a:solidFill>
                <a:schemeClr val="lt1"/>
              </a:solidFill>
              <a:latin typeface="Livvic"/>
              <a:ea typeface="Livvic"/>
              <a:cs typeface="Livvic"/>
              <a:sym typeface="Livvic"/>
            </a:endParaRPr>
          </a:p>
          <a:p>
            <a:pPr indent="-304800" lvl="0" marL="457200" rtl="0" algn="l">
              <a:spcBef>
                <a:spcPts val="0"/>
              </a:spcBef>
              <a:spcAft>
                <a:spcPts val="0"/>
              </a:spcAft>
              <a:buClr>
                <a:schemeClr val="lt1"/>
              </a:buClr>
              <a:buSzPts val="1200"/>
              <a:buFont typeface="Livvic"/>
              <a:buChar char="●"/>
            </a:pPr>
            <a:r>
              <a:rPr lang="en" sz="1200">
                <a:solidFill>
                  <a:schemeClr val="lt1"/>
                </a:solidFill>
                <a:latin typeface="Livvic"/>
                <a:ea typeface="Livvic"/>
                <a:cs typeface="Livvic"/>
                <a:sym typeface="Livvic"/>
              </a:rPr>
              <a:t>LPQ - Local Phase Quantization</a:t>
            </a:r>
            <a:endParaRPr sz="1200">
              <a:solidFill>
                <a:schemeClr val="lt1"/>
              </a:solidFill>
              <a:latin typeface="Livvic"/>
              <a:ea typeface="Livvic"/>
              <a:cs typeface="Livvic"/>
              <a:sym typeface="Livv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30"/>
          <p:cNvSpPr/>
          <p:nvPr/>
        </p:nvSpPr>
        <p:spPr>
          <a:xfrm>
            <a:off x="185250" y="1229450"/>
            <a:ext cx="4102800" cy="853800"/>
          </a:xfrm>
          <a:prstGeom prst="rect">
            <a:avLst/>
          </a:prstGeom>
          <a:solidFill>
            <a:srgbClr val="021320"/>
          </a:solidFill>
          <a:ln cap="flat" cmpd="sng" w="9525">
            <a:solidFill>
              <a:srgbClr val="0213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198" name="Google Shape;198;p30"/>
          <p:cNvSpPr/>
          <p:nvPr/>
        </p:nvSpPr>
        <p:spPr>
          <a:xfrm>
            <a:off x="104425" y="3816350"/>
            <a:ext cx="1556100" cy="242400"/>
          </a:xfrm>
          <a:prstGeom prst="rect">
            <a:avLst/>
          </a:prstGeom>
          <a:solidFill>
            <a:srgbClr val="00121F"/>
          </a:solidFill>
          <a:ln cap="flat" cmpd="sng" w="9525">
            <a:solidFill>
              <a:srgbClr val="02132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199" name="Google Shape;199;p30"/>
          <p:cNvSpPr/>
          <p:nvPr/>
        </p:nvSpPr>
        <p:spPr>
          <a:xfrm flipH="1" rot="-5400000">
            <a:off x="-73950" y="417600"/>
            <a:ext cx="4456200" cy="4308300"/>
          </a:xfrm>
          <a:prstGeom prst="rect">
            <a:avLst/>
          </a:prstGeom>
          <a:solidFill>
            <a:srgbClr val="151F3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0"/>
          <p:cNvSpPr txBox="1"/>
          <p:nvPr>
            <p:ph type="title"/>
          </p:nvPr>
        </p:nvSpPr>
        <p:spPr>
          <a:xfrm>
            <a:off x="414300" y="939000"/>
            <a:ext cx="3557100" cy="12930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SzPts val="2800"/>
              <a:buNone/>
            </a:pPr>
            <a:r>
              <a:rPr lang="en">
                <a:solidFill>
                  <a:schemeClr val="lt1"/>
                </a:solidFill>
              </a:rPr>
              <a:t>Deep Learning with CNNs</a:t>
            </a:r>
            <a:endParaRPr>
              <a:solidFill>
                <a:schemeClr val="lt1"/>
              </a:solidFill>
            </a:endParaRPr>
          </a:p>
        </p:txBody>
      </p:sp>
      <p:sp>
        <p:nvSpPr>
          <p:cNvPr id="201" name="Google Shape;201;p30"/>
          <p:cNvSpPr/>
          <p:nvPr/>
        </p:nvSpPr>
        <p:spPr>
          <a:xfrm flipH="1" rot="-5400000">
            <a:off x="8279175" y="74250"/>
            <a:ext cx="939000" cy="790500"/>
          </a:xfrm>
          <a:prstGeom prst="rect">
            <a:avLst/>
          </a:prstGeom>
          <a:solidFill>
            <a:srgbClr val="151F3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0"/>
          <p:cNvSpPr txBox="1"/>
          <p:nvPr/>
        </p:nvSpPr>
        <p:spPr>
          <a:xfrm>
            <a:off x="399450" y="2450475"/>
            <a:ext cx="3674400" cy="16623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00000"/>
              </a:lnSpc>
              <a:spcBef>
                <a:spcPts val="0"/>
              </a:spcBef>
              <a:spcAft>
                <a:spcPts val="0"/>
              </a:spcAft>
              <a:buClr>
                <a:schemeClr val="lt1"/>
              </a:buClr>
              <a:buSzPts val="1200"/>
              <a:buFont typeface="Catamaran Light"/>
              <a:buChar char="●"/>
            </a:pPr>
            <a:r>
              <a:rPr b="0" i="0" lang="en" sz="1200" u="none" cap="none" strike="noStrike">
                <a:solidFill>
                  <a:schemeClr val="lt1"/>
                </a:solidFill>
                <a:latin typeface="Catamaran Light"/>
                <a:ea typeface="Catamaran Light"/>
                <a:cs typeface="Catamaran Light"/>
                <a:sym typeface="Catamaran Light"/>
              </a:rPr>
              <a:t>CNNs: VGGNet, GoogLeNet, AlexNet</a:t>
            </a:r>
            <a:endParaRPr b="0" i="0" sz="1200" u="none" cap="none" strike="noStrike">
              <a:solidFill>
                <a:schemeClr val="lt1"/>
              </a:solidFill>
              <a:latin typeface="Catamaran Light"/>
              <a:ea typeface="Catamaran Light"/>
              <a:cs typeface="Catamaran Light"/>
              <a:sym typeface="Catamaran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tamaran Light"/>
              <a:ea typeface="Catamaran Light"/>
              <a:cs typeface="Catamaran Light"/>
              <a:sym typeface="Catamaran Light"/>
            </a:endParaRPr>
          </a:p>
          <a:p>
            <a:pPr indent="-304800" lvl="0" marL="457200" marR="0" rtl="0" algn="l">
              <a:lnSpc>
                <a:spcPct val="100000"/>
              </a:lnSpc>
              <a:spcBef>
                <a:spcPts val="0"/>
              </a:spcBef>
              <a:spcAft>
                <a:spcPts val="0"/>
              </a:spcAft>
              <a:buClr>
                <a:schemeClr val="lt1"/>
              </a:buClr>
              <a:buSzPts val="1200"/>
              <a:buFont typeface="Catamaran Light"/>
              <a:buChar char="●"/>
            </a:pPr>
            <a:r>
              <a:rPr b="0" i="0" lang="en" sz="1200" u="none" cap="none" strike="noStrike">
                <a:solidFill>
                  <a:schemeClr val="lt1"/>
                </a:solidFill>
                <a:latin typeface="Catamaran Light"/>
                <a:ea typeface="Catamaran Light"/>
                <a:cs typeface="Catamaran Light"/>
                <a:sym typeface="Catamaran Light"/>
              </a:rPr>
              <a:t>High accuracy on large datasets (IMDB, FER)</a:t>
            </a:r>
            <a:endParaRPr b="0" i="0" sz="1200" u="none" cap="none" strike="noStrike">
              <a:solidFill>
                <a:schemeClr val="lt1"/>
              </a:solidFill>
              <a:latin typeface="Catamaran Light"/>
              <a:ea typeface="Catamaran Light"/>
              <a:cs typeface="Catamaran Light"/>
              <a:sym typeface="Catamaran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tamaran Light"/>
              <a:ea typeface="Catamaran Light"/>
              <a:cs typeface="Catamaran Light"/>
              <a:sym typeface="Catamaran Light"/>
            </a:endParaRPr>
          </a:p>
          <a:p>
            <a:pPr indent="-304800" lvl="0" marL="457200" marR="0" rtl="0" algn="l">
              <a:lnSpc>
                <a:spcPct val="100000"/>
              </a:lnSpc>
              <a:spcBef>
                <a:spcPts val="0"/>
              </a:spcBef>
              <a:spcAft>
                <a:spcPts val="0"/>
              </a:spcAft>
              <a:buClr>
                <a:schemeClr val="lt1"/>
              </a:buClr>
              <a:buSzPts val="1200"/>
              <a:buFont typeface="Catamaran Light"/>
              <a:buChar char="●"/>
            </a:pPr>
            <a:r>
              <a:rPr b="0" i="0" lang="en" sz="1200" u="none" cap="none" strike="noStrike">
                <a:solidFill>
                  <a:schemeClr val="lt1"/>
                </a:solidFill>
                <a:latin typeface="Catamaran Light"/>
                <a:ea typeface="Catamaran Light"/>
                <a:cs typeface="Catamaran Light"/>
                <a:sym typeface="Catamaran Light"/>
              </a:rPr>
              <a:t>Learn hierarchical features automatically</a:t>
            </a:r>
            <a:endParaRPr b="0" i="0" sz="1200" u="none" cap="none" strike="noStrike">
              <a:solidFill>
                <a:schemeClr val="lt1"/>
              </a:solidFill>
              <a:latin typeface="Catamaran Light"/>
              <a:ea typeface="Catamaran Light"/>
              <a:cs typeface="Catamaran Light"/>
              <a:sym typeface="Catamaran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tamaran Light"/>
              <a:ea typeface="Catamaran Light"/>
              <a:cs typeface="Catamaran Light"/>
              <a:sym typeface="Catamaran Light"/>
            </a:endParaRPr>
          </a:p>
          <a:p>
            <a:pPr indent="-304800" lvl="0" marL="457200" marR="0" rtl="0" algn="l">
              <a:lnSpc>
                <a:spcPct val="100000"/>
              </a:lnSpc>
              <a:spcBef>
                <a:spcPts val="0"/>
              </a:spcBef>
              <a:spcAft>
                <a:spcPts val="0"/>
              </a:spcAft>
              <a:buClr>
                <a:schemeClr val="lt1"/>
              </a:buClr>
              <a:buSzPts val="1200"/>
              <a:buFont typeface="Catamaran Light"/>
              <a:buChar char="●"/>
            </a:pPr>
            <a:r>
              <a:rPr b="0" i="0" lang="en" sz="1200" u="none" cap="none" strike="noStrike">
                <a:solidFill>
                  <a:schemeClr val="lt1"/>
                </a:solidFill>
                <a:latin typeface="Catamaran Light"/>
                <a:ea typeface="Catamaran Light"/>
                <a:cs typeface="Catamaran Light"/>
                <a:sym typeface="Catamaran Light"/>
              </a:rPr>
              <a:t>Need high compute and large data</a:t>
            </a:r>
            <a:endParaRPr b="0" i="0" sz="1200" u="none" cap="none" strike="noStrike">
              <a:solidFill>
                <a:schemeClr val="lt1"/>
              </a:solidFill>
              <a:latin typeface="Catamaran Light"/>
              <a:ea typeface="Catamaran Light"/>
              <a:cs typeface="Catamaran Light"/>
              <a:sym typeface="Catamaran Light"/>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latin typeface="Catamaran Light"/>
              <a:ea typeface="Catamaran Light"/>
              <a:cs typeface="Catamaran Light"/>
              <a:sym typeface="Catamaran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6" name="Shape 206"/>
        <p:cNvGrpSpPr/>
        <p:nvPr/>
      </p:nvGrpSpPr>
      <p:grpSpPr>
        <a:xfrm>
          <a:off x="0" y="0"/>
          <a:ext cx="0" cy="0"/>
          <a:chOff x="0" y="0"/>
          <a:chExt cx="0" cy="0"/>
        </a:xfrm>
      </p:grpSpPr>
      <p:sp>
        <p:nvSpPr>
          <p:cNvPr id="207" name="Google Shape;207;p31"/>
          <p:cNvSpPr/>
          <p:nvPr/>
        </p:nvSpPr>
        <p:spPr>
          <a:xfrm>
            <a:off x="3171500" y="949000"/>
            <a:ext cx="2297400" cy="2951700"/>
          </a:xfrm>
          <a:prstGeom prst="rect">
            <a:avLst/>
          </a:prstGeom>
          <a:solidFill>
            <a:srgbClr val="0C293B"/>
          </a:solidFill>
          <a:ln cap="flat" cmpd="sng" w="9525">
            <a:solidFill>
              <a:srgbClr val="0C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208" name="Google Shape;208;p31"/>
          <p:cNvSpPr/>
          <p:nvPr/>
        </p:nvSpPr>
        <p:spPr>
          <a:xfrm>
            <a:off x="3096150" y="554400"/>
            <a:ext cx="2951700" cy="4456200"/>
          </a:xfrm>
          <a:prstGeom prst="rect">
            <a:avLst/>
          </a:prstGeom>
          <a:solidFill>
            <a:srgbClr val="2A6782">
              <a:alpha val="5765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1"/>
          <p:cNvSpPr txBox="1"/>
          <p:nvPr>
            <p:ph idx="2" type="ctrTitle"/>
          </p:nvPr>
        </p:nvSpPr>
        <p:spPr>
          <a:xfrm>
            <a:off x="3211350" y="1027800"/>
            <a:ext cx="2721300" cy="3509400"/>
          </a:xfrm>
          <a:prstGeom prst="rect">
            <a:avLst/>
          </a:prstGeom>
          <a:noFill/>
          <a:ln>
            <a:noFill/>
          </a:ln>
        </p:spPr>
        <p:txBody>
          <a:bodyPr anchorCtr="0" anchor="b" bIns="91425" lIns="91425" spcFirstLastPara="1" rIns="91425" wrap="square" tIns="91425">
            <a:spAutoFit/>
          </a:bodyPr>
          <a:lstStyle/>
          <a:p>
            <a:pPr indent="-342900" lvl="0" marL="457200" rtl="0" algn="l">
              <a:lnSpc>
                <a:spcPct val="100000"/>
              </a:lnSpc>
              <a:spcBef>
                <a:spcPts val="0"/>
              </a:spcBef>
              <a:spcAft>
                <a:spcPts val="0"/>
              </a:spcAft>
              <a:buSzPts val="1800"/>
              <a:buChar char="●"/>
            </a:pPr>
            <a:r>
              <a:rPr b="0" lang="en"/>
              <a:t>Combine 2D + 3D features</a:t>
            </a:r>
            <a:endParaRPr b="0"/>
          </a:p>
          <a:p>
            <a:pPr indent="0" lvl="0" marL="0" rtl="0" algn="l">
              <a:lnSpc>
                <a:spcPct val="100000"/>
              </a:lnSpc>
              <a:spcBef>
                <a:spcPts val="0"/>
              </a:spcBef>
              <a:spcAft>
                <a:spcPts val="0"/>
              </a:spcAft>
              <a:buSzPts val="1800"/>
              <a:buNone/>
            </a:pPr>
            <a:r>
              <a:t/>
            </a:r>
            <a:endParaRPr b="0"/>
          </a:p>
          <a:p>
            <a:pPr indent="-342900" lvl="0" marL="457200" rtl="0" algn="l">
              <a:lnSpc>
                <a:spcPct val="100000"/>
              </a:lnSpc>
              <a:spcBef>
                <a:spcPts val="0"/>
              </a:spcBef>
              <a:spcAft>
                <a:spcPts val="0"/>
              </a:spcAft>
              <a:buSzPts val="1800"/>
              <a:buChar char="●"/>
            </a:pPr>
            <a:r>
              <a:rPr b="0" lang="en"/>
              <a:t>Radon transform with PCA &amp; LDA</a:t>
            </a:r>
            <a:endParaRPr b="0"/>
          </a:p>
          <a:p>
            <a:pPr indent="0" lvl="0" marL="0" rtl="0" algn="l">
              <a:lnSpc>
                <a:spcPct val="100000"/>
              </a:lnSpc>
              <a:spcBef>
                <a:spcPts val="0"/>
              </a:spcBef>
              <a:spcAft>
                <a:spcPts val="0"/>
              </a:spcAft>
              <a:buSzPts val="1800"/>
              <a:buNone/>
            </a:pPr>
            <a:r>
              <a:t/>
            </a:r>
            <a:endParaRPr b="0"/>
          </a:p>
          <a:p>
            <a:pPr indent="-342900" lvl="0" marL="457200" rtl="0" algn="l">
              <a:lnSpc>
                <a:spcPct val="100000"/>
              </a:lnSpc>
              <a:spcBef>
                <a:spcPts val="0"/>
              </a:spcBef>
              <a:spcAft>
                <a:spcPts val="0"/>
              </a:spcAft>
              <a:buSzPts val="1800"/>
              <a:buChar char="●"/>
            </a:pPr>
            <a:r>
              <a:rPr b="0" lang="en"/>
              <a:t>Better against pose/lighting issues</a:t>
            </a:r>
            <a:endParaRPr b="0"/>
          </a:p>
          <a:p>
            <a:pPr indent="0" lvl="0" marL="0" rtl="0" algn="l">
              <a:lnSpc>
                <a:spcPct val="100000"/>
              </a:lnSpc>
              <a:spcBef>
                <a:spcPts val="0"/>
              </a:spcBef>
              <a:spcAft>
                <a:spcPts val="0"/>
              </a:spcAft>
              <a:buSzPts val="1800"/>
              <a:buNone/>
            </a:pPr>
            <a:r>
              <a:t/>
            </a:r>
            <a:endParaRPr b="0"/>
          </a:p>
          <a:p>
            <a:pPr indent="-342900" lvl="0" marL="457200" rtl="0" algn="l">
              <a:lnSpc>
                <a:spcPct val="100000"/>
              </a:lnSpc>
              <a:spcBef>
                <a:spcPts val="0"/>
              </a:spcBef>
              <a:spcAft>
                <a:spcPts val="0"/>
              </a:spcAft>
              <a:buClr>
                <a:schemeClr val="lt1"/>
              </a:buClr>
              <a:buSzPts val="1800"/>
              <a:buChar char="●"/>
            </a:pPr>
            <a:r>
              <a:rPr b="0" lang="en">
                <a:solidFill>
                  <a:schemeClr val="lt1"/>
                </a:solidFill>
              </a:rPr>
              <a:t>Higher accuracy but computationally heavy</a:t>
            </a:r>
            <a:endParaRPr b="0"/>
          </a:p>
        </p:txBody>
      </p:sp>
      <p:sp>
        <p:nvSpPr>
          <p:cNvPr id="210" name="Google Shape;210;p31"/>
          <p:cNvSpPr txBox="1"/>
          <p:nvPr>
            <p:ph idx="4" type="ctrTitle"/>
          </p:nvPr>
        </p:nvSpPr>
        <p:spPr>
          <a:xfrm rot="-246">
            <a:off x="2476053" y="156"/>
            <a:ext cx="4191900" cy="554100"/>
          </a:xfrm>
          <a:prstGeom prst="rect">
            <a:avLst/>
          </a:prstGeom>
          <a:noFill/>
          <a:ln>
            <a:noFill/>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2400"/>
              <a:buNone/>
            </a:pPr>
            <a:r>
              <a:rPr lang="en">
                <a:solidFill>
                  <a:schemeClr val="lt1"/>
                </a:solidFill>
              </a:rPr>
              <a:t>Hybrid and 3D Approaches</a:t>
            </a:r>
            <a:endParaRPr>
              <a:solidFill>
                <a:schemeClr val="lt1"/>
              </a:solidFill>
            </a:endParaRPr>
          </a:p>
        </p:txBody>
      </p:sp>
      <p:sp>
        <p:nvSpPr>
          <p:cNvPr id="211" name="Google Shape;211;p31"/>
          <p:cNvSpPr/>
          <p:nvPr/>
        </p:nvSpPr>
        <p:spPr>
          <a:xfrm>
            <a:off x="6133675" y="1053675"/>
            <a:ext cx="2564400" cy="104700"/>
          </a:xfrm>
          <a:prstGeom prst="rect">
            <a:avLst/>
          </a:prstGeom>
          <a:solidFill>
            <a:srgbClr val="0C293B"/>
          </a:solidFill>
          <a:ln cap="flat" cmpd="sng" w="9525">
            <a:solidFill>
              <a:srgbClr val="0C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212" name="Google Shape;212;p31"/>
          <p:cNvSpPr/>
          <p:nvPr/>
        </p:nvSpPr>
        <p:spPr>
          <a:xfrm rot="5400000">
            <a:off x="4701475" y="2527750"/>
            <a:ext cx="2969100" cy="104700"/>
          </a:xfrm>
          <a:prstGeom prst="rect">
            <a:avLst/>
          </a:prstGeom>
          <a:solidFill>
            <a:srgbClr val="0C293B"/>
          </a:solidFill>
          <a:ln cap="flat" cmpd="sng" w="9525">
            <a:solidFill>
              <a:srgbClr val="0C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213" name="Google Shape;213;p31"/>
          <p:cNvSpPr/>
          <p:nvPr/>
        </p:nvSpPr>
        <p:spPr>
          <a:xfrm>
            <a:off x="6133675" y="4064650"/>
            <a:ext cx="2564400" cy="104700"/>
          </a:xfrm>
          <a:prstGeom prst="rect">
            <a:avLst/>
          </a:prstGeom>
          <a:solidFill>
            <a:srgbClr val="0C293B"/>
          </a:solidFill>
          <a:ln cap="flat" cmpd="sng" w="9525">
            <a:solidFill>
              <a:srgbClr val="0C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
        <p:nvSpPr>
          <p:cNvPr id="214" name="Google Shape;214;p31"/>
          <p:cNvSpPr/>
          <p:nvPr/>
        </p:nvSpPr>
        <p:spPr>
          <a:xfrm rot="5400000">
            <a:off x="7102600" y="2601475"/>
            <a:ext cx="3074700" cy="104700"/>
          </a:xfrm>
          <a:prstGeom prst="rect">
            <a:avLst/>
          </a:prstGeom>
          <a:solidFill>
            <a:srgbClr val="0C293B"/>
          </a:solidFill>
          <a:ln cap="flat" cmpd="sng" w="9525">
            <a:solidFill>
              <a:srgbClr val="0C29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tamaran Light"/>
              <a:ea typeface="Catamaran Light"/>
              <a:cs typeface="Catamaran Light"/>
              <a:sym typeface="Catamaran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p:nvPr/>
        </p:nvSpPr>
        <p:spPr>
          <a:xfrm flipH="1">
            <a:off x="19600" y="4016750"/>
            <a:ext cx="9144000" cy="1126800"/>
          </a:xfrm>
          <a:prstGeom prst="rtTriangle">
            <a:avLst/>
          </a:prstGeom>
          <a:solidFill>
            <a:srgbClr val="151F3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Light"/>
              <a:ea typeface="Catamaran Light"/>
              <a:cs typeface="Catamaran Light"/>
              <a:sym typeface="Catamaran Light"/>
            </a:endParaRPr>
          </a:p>
        </p:txBody>
      </p:sp>
      <p:sp>
        <p:nvSpPr>
          <p:cNvPr id="220" name="Google Shape;220;p32"/>
          <p:cNvSpPr txBox="1"/>
          <p:nvPr>
            <p:ph idx="6" type="ctrTitle"/>
          </p:nvPr>
        </p:nvSpPr>
        <p:spPr>
          <a:xfrm>
            <a:off x="0" y="0"/>
            <a:ext cx="4557300" cy="923400"/>
          </a:xfrm>
          <a:prstGeom prst="rect">
            <a:avLst/>
          </a:prstGeom>
          <a:solidFill>
            <a:srgbClr val="151F3F"/>
          </a:solidFill>
          <a:ln>
            <a:noFill/>
          </a:ln>
        </p:spPr>
        <p:txBody>
          <a:bodyPr anchorCtr="0" anchor="ctr" bIns="91425" lIns="91425" spcFirstLastPara="1" rIns="91425" wrap="square" tIns="91425">
            <a:spAutoFit/>
          </a:bodyPr>
          <a:lstStyle/>
          <a:p>
            <a:pPr indent="0" lvl="0" marL="0" rtl="0" algn="l">
              <a:spcBef>
                <a:spcPts val="0"/>
              </a:spcBef>
              <a:spcAft>
                <a:spcPts val="0"/>
              </a:spcAft>
              <a:buNone/>
            </a:pPr>
            <a:r>
              <a:rPr lang="en">
                <a:solidFill>
                  <a:schemeClr val="lt1"/>
                </a:solidFill>
              </a:rPr>
              <a:t>Performance and Accuracy Across Techniques</a:t>
            </a:r>
            <a:endParaRPr>
              <a:solidFill>
                <a:schemeClr val="lt1"/>
              </a:solidFill>
            </a:endParaRPr>
          </a:p>
        </p:txBody>
      </p:sp>
      <p:sp>
        <p:nvSpPr>
          <p:cNvPr id="221" name="Google Shape;221;p32"/>
          <p:cNvSpPr txBox="1"/>
          <p:nvPr>
            <p:ph idx="2" type="ctrTitle"/>
          </p:nvPr>
        </p:nvSpPr>
        <p:spPr>
          <a:xfrm>
            <a:off x="3315248" y="2035738"/>
            <a:ext cx="2311800" cy="677100"/>
          </a:xfrm>
          <a:prstGeom prst="rect">
            <a:avLst/>
          </a:prstGeom>
          <a:noFill/>
          <a:ln>
            <a:noFill/>
          </a:ln>
        </p:spPr>
        <p:txBody>
          <a:bodyPr anchorCtr="0" anchor="b" bIns="91425" lIns="91425" spcFirstLastPara="1" rIns="91425" wrap="square" tIns="91425">
            <a:spAutoFit/>
          </a:bodyPr>
          <a:lstStyle/>
          <a:p>
            <a:pPr indent="0" lvl="0" marL="0" rtl="0" algn="ctr">
              <a:spcBef>
                <a:spcPts val="0"/>
              </a:spcBef>
              <a:spcAft>
                <a:spcPts val="0"/>
              </a:spcAft>
              <a:buNone/>
            </a:pPr>
            <a:r>
              <a:rPr b="0" lang="en" sz="1600"/>
              <a:t>CNN’s top accuracy, but costly</a:t>
            </a:r>
            <a:endParaRPr b="0" sz="1600"/>
          </a:p>
        </p:txBody>
      </p:sp>
      <p:sp>
        <p:nvSpPr>
          <p:cNvPr id="222" name="Google Shape;222;p32"/>
          <p:cNvSpPr txBox="1"/>
          <p:nvPr>
            <p:ph idx="4" type="ctrTitle"/>
          </p:nvPr>
        </p:nvSpPr>
        <p:spPr>
          <a:xfrm>
            <a:off x="6056000" y="1997800"/>
            <a:ext cx="2568000" cy="677100"/>
          </a:xfrm>
          <a:prstGeom prst="rect">
            <a:avLst/>
          </a:prstGeom>
          <a:noFill/>
          <a:ln>
            <a:noFill/>
          </a:ln>
        </p:spPr>
        <p:txBody>
          <a:bodyPr anchorCtr="0" anchor="b" bIns="91425" lIns="91425" spcFirstLastPara="1" rIns="91425" wrap="square" tIns="91425">
            <a:spAutoFit/>
          </a:bodyPr>
          <a:lstStyle/>
          <a:p>
            <a:pPr indent="0" lvl="0" marL="0" rtl="0" algn="ctr">
              <a:spcBef>
                <a:spcPts val="0"/>
              </a:spcBef>
              <a:spcAft>
                <a:spcPts val="0"/>
              </a:spcAft>
              <a:buNone/>
            </a:pPr>
            <a:r>
              <a:rPr b="0" lang="en" sz="1600"/>
              <a:t>PCA/LDA + k-NN effective in small scale</a:t>
            </a:r>
            <a:endParaRPr b="0" sz="1600"/>
          </a:p>
        </p:txBody>
      </p:sp>
      <p:sp>
        <p:nvSpPr>
          <p:cNvPr id="223" name="Google Shape;223;p32"/>
          <p:cNvSpPr txBox="1"/>
          <p:nvPr>
            <p:ph type="ctrTitle"/>
          </p:nvPr>
        </p:nvSpPr>
        <p:spPr>
          <a:xfrm>
            <a:off x="500700" y="1997800"/>
            <a:ext cx="2465700" cy="677100"/>
          </a:xfrm>
          <a:prstGeom prst="rect">
            <a:avLst/>
          </a:prstGeom>
          <a:noFill/>
          <a:ln>
            <a:noFill/>
          </a:ln>
        </p:spPr>
        <p:txBody>
          <a:bodyPr anchorCtr="0" anchor="b" bIns="91425" lIns="91425" spcFirstLastPara="1" rIns="91425" wrap="square" tIns="91425">
            <a:spAutoFit/>
          </a:bodyPr>
          <a:lstStyle/>
          <a:p>
            <a:pPr indent="0" lvl="0" marL="0" rtl="0" algn="ctr">
              <a:spcBef>
                <a:spcPts val="0"/>
              </a:spcBef>
              <a:spcAft>
                <a:spcPts val="0"/>
              </a:spcAft>
              <a:buNone/>
            </a:pPr>
            <a:r>
              <a:rPr b="0" lang="en" sz="1600"/>
              <a:t>Accuracy ranges: 85%–98%</a:t>
            </a:r>
            <a:endParaRPr b="0" sz="1600"/>
          </a:p>
        </p:txBody>
      </p:sp>
      <p:sp>
        <p:nvSpPr>
          <p:cNvPr id="224" name="Google Shape;224;p32"/>
          <p:cNvSpPr/>
          <p:nvPr/>
        </p:nvSpPr>
        <p:spPr>
          <a:xfrm>
            <a:off x="1520600" y="1236300"/>
            <a:ext cx="675600" cy="677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32"/>
          <p:cNvSpPr/>
          <p:nvPr/>
        </p:nvSpPr>
        <p:spPr>
          <a:xfrm>
            <a:off x="6962688" y="1454400"/>
            <a:ext cx="459000" cy="459000"/>
          </a:xfrm>
          <a:prstGeom prst="rect">
            <a:avLst/>
          </a:prstGeom>
          <a:solidFill>
            <a:srgbClr val="0E2A4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2"/>
          <p:cNvSpPr/>
          <p:nvPr/>
        </p:nvSpPr>
        <p:spPr>
          <a:xfrm>
            <a:off x="5565966" y="3053375"/>
            <a:ext cx="459000" cy="459000"/>
          </a:xfrm>
          <a:prstGeom prst="rect">
            <a:avLst/>
          </a:prstGeom>
          <a:solidFill>
            <a:srgbClr val="0E2A4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32"/>
          <p:cNvSpPr txBox="1"/>
          <p:nvPr>
            <p:ph idx="7" type="ctrTitle"/>
          </p:nvPr>
        </p:nvSpPr>
        <p:spPr>
          <a:xfrm>
            <a:off x="1775012" y="3672625"/>
            <a:ext cx="2845800" cy="677100"/>
          </a:xfrm>
          <a:prstGeom prst="rect">
            <a:avLst/>
          </a:prstGeom>
          <a:noFill/>
          <a:ln>
            <a:noFill/>
          </a:ln>
        </p:spPr>
        <p:txBody>
          <a:bodyPr anchorCtr="0" anchor="b" bIns="91425" lIns="91425" spcFirstLastPara="1" rIns="91425" wrap="square" tIns="91425">
            <a:spAutoFit/>
          </a:bodyPr>
          <a:lstStyle/>
          <a:p>
            <a:pPr indent="0" lvl="0" marL="0" rtl="0" algn="ctr">
              <a:spcBef>
                <a:spcPts val="0"/>
              </a:spcBef>
              <a:spcAft>
                <a:spcPts val="0"/>
              </a:spcAft>
              <a:buNone/>
            </a:pPr>
            <a:r>
              <a:rPr b="0" lang="en" sz="1600"/>
              <a:t>Texture &amp; fusion methods balance performance</a:t>
            </a:r>
            <a:endParaRPr b="0" sz="1600"/>
          </a:p>
        </p:txBody>
      </p:sp>
      <p:sp>
        <p:nvSpPr>
          <p:cNvPr id="228" name="Google Shape;228;p32"/>
          <p:cNvSpPr txBox="1"/>
          <p:nvPr>
            <p:ph idx="9" type="ctrTitle"/>
          </p:nvPr>
        </p:nvSpPr>
        <p:spPr>
          <a:xfrm>
            <a:off x="4555700" y="3672625"/>
            <a:ext cx="3053700" cy="644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800"/>
              <a:buNone/>
            </a:pPr>
            <a:r>
              <a:rPr b="0" lang="en" sz="1600"/>
              <a:t>Choice depends on data &amp; deployment constraints</a:t>
            </a:r>
            <a:endParaRPr b="0" sz="1600"/>
          </a:p>
        </p:txBody>
      </p:sp>
      <p:pic>
        <p:nvPicPr>
          <p:cNvPr id="229" name="Google Shape;229;p32"/>
          <p:cNvPicPr preferRelativeResize="0"/>
          <p:nvPr/>
        </p:nvPicPr>
        <p:blipFill>
          <a:blip r:embed="rId3">
            <a:alphaModFix/>
          </a:blip>
          <a:stretch>
            <a:fillRect/>
          </a:stretch>
        </p:blipFill>
        <p:spPr>
          <a:xfrm>
            <a:off x="1628900" y="1345350"/>
            <a:ext cx="459000" cy="459000"/>
          </a:xfrm>
          <a:prstGeom prst="rect">
            <a:avLst/>
          </a:prstGeom>
          <a:noFill/>
          <a:ln>
            <a:noFill/>
          </a:ln>
        </p:spPr>
      </p:pic>
      <p:sp>
        <p:nvSpPr>
          <p:cNvPr id="230" name="Google Shape;230;p32"/>
          <p:cNvSpPr/>
          <p:nvPr/>
        </p:nvSpPr>
        <p:spPr>
          <a:xfrm>
            <a:off x="4133350" y="1236300"/>
            <a:ext cx="675600" cy="677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2"/>
          <p:cNvSpPr/>
          <p:nvPr/>
        </p:nvSpPr>
        <p:spPr>
          <a:xfrm>
            <a:off x="2833600" y="2835200"/>
            <a:ext cx="675600" cy="677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2"/>
          <p:cNvSpPr/>
          <p:nvPr/>
        </p:nvSpPr>
        <p:spPr>
          <a:xfrm>
            <a:off x="6854400" y="1236300"/>
            <a:ext cx="675600" cy="677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2"/>
          <p:cNvSpPr/>
          <p:nvPr/>
        </p:nvSpPr>
        <p:spPr>
          <a:xfrm>
            <a:off x="5552500" y="2873300"/>
            <a:ext cx="675600" cy="677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4" name="Google Shape;234;p32"/>
          <p:cNvPicPr preferRelativeResize="0"/>
          <p:nvPr/>
        </p:nvPicPr>
        <p:blipFill>
          <a:blip r:embed="rId4">
            <a:alphaModFix/>
          </a:blip>
          <a:stretch>
            <a:fillRect/>
          </a:stretch>
        </p:blipFill>
        <p:spPr>
          <a:xfrm>
            <a:off x="4241650" y="1342450"/>
            <a:ext cx="459000" cy="464792"/>
          </a:xfrm>
          <a:prstGeom prst="rect">
            <a:avLst/>
          </a:prstGeom>
          <a:noFill/>
          <a:ln>
            <a:noFill/>
          </a:ln>
        </p:spPr>
      </p:pic>
      <p:pic>
        <p:nvPicPr>
          <p:cNvPr id="235" name="Google Shape;235;p32"/>
          <p:cNvPicPr preferRelativeResize="0"/>
          <p:nvPr/>
        </p:nvPicPr>
        <p:blipFill>
          <a:blip r:embed="rId5">
            <a:alphaModFix/>
          </a:blip>
          <a:stretch>
            <a:fillRect/>
          </a:stretch>
        </p:blipFill>
        <p:spPr>
          <a:xfrm>
            <a:off x="6962700" y="1370425"/>
            <a:ext cx="459000" cy="408860"/>
          </a:xfrm>
          <a:prstGeom prst="rect">
            <a:avLst/>
          </a:prstGeom>
          <a:noFill/>
          <a:ln>
            <a:noFill/>
          </a:ln>
        </p:spPr>
      </p:pic>
      <p:pic>
        <p:nvPicPr>
          <p:cNvPr id="236" name="Google Shape;236;p32"/>
          <p:cNvPicPr preferRelativeResize="0"/>
          <p:nvPr/>
        </p:nvPicPr>
        <p:blipFill rotWithShape="1">
          <a:blip r:embed="rId6">
            <a:alphaModFix/>
          </a:blip>
          <a:srcRect b="18286" l="16004" r="16004" t="18286"/>
          <a:stretch/>
        </p:blipFill>
        <p:spPr>
          <a:xfrm>
            <a:off x="2941900" y="2959665"/>
            <a:ext cx="459000" cy="428185"/>
          </a:xfrm>
          <a:prstGeom prst="rect">
            <a:avLst/>
          </a:prstGeom>
          <a:noFill/>
          <a:ln>
            <a:noFill/>
          </a:ln>
        </p:spPr>
      </p:pic>
      <p:pic>
        <p:nvPicPr>
          <p:cNvPr id="237" name="Google Shape;237;p32"/>
          <p:cNvPicPr preferRelativeResize="0"/>
          <p:nvPr/>
        </p:nvPicPr>
        <p:blipFill>
          <a:blip r:embed="rId7">
            <a:alphaModFix/>
          </a:blip>
          <a:stretch>
            <a:fillRect/>
          </a:stretch>
        </p:blipFill>
        <p:spPr>
          <a:xfrm>
            <a:off x="5660800" y="2982350"/>
            <a:ext cx="459000" cy="45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p:nvPr/>
        </p:nvSpPr>
        <p:spPr>
          <a:xfrm rot="5400000">
            <a:off x="2722238" y="2809563"/>
            <a:ext cx="1574400" cy="2058575"/>
          </a:xfrm>
          <a:prstGeom prst="flowChartOffpageConnector">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33"/>
          <p:cNvSpPr/>
          <p:nvPr/>
        </p:nvSpPr>
        <p:spPr>
          <a:xfrm flipH="1" rot="-5400000">
            <a:off x="4864099" y="1173000"/>
            <a:ext cx="1574400" cy="2084200"/>
          </a:xfrm>
          <a:prstGeom prst="flowChartOffpageConnector">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33"/>
          <p:cNvSpPr/>
          <p:nvPr/>
        </p:nvSpPr>
        <p:spPr>
          <a:xfrm flipH="1" rot="-5400000">
            <a:off x="4864099" y="2796750"/>
            <a:ext cx="1574400" cy="2084200"/>
          </a:xfrm>
          <a:prstGeom prst="flowChartOffpageConnector">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3"/>
          <p:cNvSpPr txBox="1"/>
          <p:nvPr>
            <p:ph type="ctrTitle"/>
          </p:nvPr>
        </p:nvSpPr>
        <p:spPr>
          <a:xfrm rot="-349">
            <a:off x="0" y="251071"/>
            <a:ext cx="2957100" cy="857700"/>
          </a:xfrm>
          <a:prstGeom prst="rect">
            <a:avLst/>
          </a:prstGeom>
          <a:solidFill>
            <a:srgbClr val="151F3F"/>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400"/>
              <a:buNone/>
            </a:pPr>
            <a:r>
              <a:rPr lang="en">
                <a:solidFill>
                  <a:schemeClr val="lt1"/>
                </a:solidFill>
              </a:rPr>
              <a:t>Limitations and </a:t>
            </a:r>
            <a:r>
              <a:rPr lang="en">
                <a:solidFill>
                  <a:schemeClr val="lt1"/>
                </a:solidFill>
              </a:rPr>
              <a:t>Further</a:t>
            </a:r>
            <a:r>
              <a:rPr lang="en">
                <a:solidFill>
                  <a:schemeClr val="lt1"/>
                </a:solidFill>
              </a:rPr>
              <a:t> work</a:t>
            </a:r>
            <a:endParaRPr>
              <a:solidFill>
                <a:schemeClr val="lt1"/>
              </a:solidFill>
            </a:endParaRPr>
          </a:p>
        </p:txBody>
      </p:sp>
      <p:sp>
        <p:nvSpPr>
          <p:cNvPr id="246" name="Google Shape;246;p33"/>
          <p:cNvSpPr/>
          <p:nvPr/>
        </p:nvSpPr>
        <p:spPr>
          <a:xfrm rot="5400000">
            <a:off x="2722238" y="1185813"/>
            <a:ext cx="1574400" cy="2058575"/>
          </a:xfrm>
          <a:prstGeom prst="flowChartOffpageConnector">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3"/>
          <p:cNvSpPr txBox="1"/>
          <p:nvPr>
            <p:ph idx="4294967295" type="subTitle"/>
          </p:nvPr>
        </p:nvSpPr>
        <p:spPr>
          <a:xfrm flipH="1">
            <a:off x="4863525" y="1726400"/>
            <a:ext cx="1323300" cy="97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200"/>
              <a:buFont typeface="Catamaran Light"/>
              <a:buNone/>
            </a:pPr>
            <a:r>
              <a:rPr lang="en" sz="1400">
                <a:solidFill>
                  <a:schemeClr val="lt1"/>
                </a:solidFill>
              </a:rPr>
              <a:t>Dataset imbalance affects fairness</a:t>
            </a:r>
            <a:endParaRPr b="0" i="0" sz="1400" u="none" cap="none" strike="noStrike">
              <a:solidFill>
                <a:schemeClr val="lt1"/>
              </a:solidFill>
              <a:latin typeface="Catamaran Light"/>
              <a:ea typeface="Catamaran Light"/>
              <a:cs typeface="Catamaran Light"/>
              <a:sym typeface="Catamaran Light"/>
            </a:endParaRPr>
          </a:p>
        </p:txBody>
      </p:sp>
      <p:sp>
        <p:nvSpPr>
          <p:cNvPr id="248" name="Google Shape;248;p33"/>
          <p:cNvSpPr txBox="1"/>
          <p:nvPr>
            <p:ph idx="4294967295" type="subTitle"/>
          </p:nvPr>
        </p:nvSpPr>
        <p:spPr>
          <a:xfrm flipH="1">
            <a:off x="4863525" y="3285154"/>
            <a:ext cx="1323300" cy="753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200"/>
              <a:buFont typeface="Catamaran Light"/>
              <a:buNone/>
            </a:pPr>
            <a:r>
              <a:rPr lang="en" sz="1400">
                <a:solidFill>
                  <a:schemeClr val="lt1"/>
                </a:solidFill>
              </a:rPr>
              <a:t>Research focuses on lightweight, ethical systems</a:t>
            </a:r>
            <a:endParaRPr b="0" i="0" sz="1400" u="none" cap="none" strike="noStrike">
              <a:solidFill>
                <a:schemeClr val="lt1"/>
              </a:solidFill>
              <a:latin typeface="Catamaran Light"/>
              <a:ea typeface="Catamaran Light"/>
              <a:cs typeface="Catamaran Light"/>
              <a:sym typeface="Catamaran Light"/>
            </a:endParaRPr>
          </a:p>
        </p:txBody>
      </p:sp>
      <p:sp>
        <p:nvSpPr>
          <p:cNvPr id="249" name="Google Shape;249;p33"/>
          <p:cNvSpPr txBox="1"/>
          <p:nvPr>
            <p:ph idx="4294967295" type="subTitle"/>
          </p:nvPr>
        </p:nvSpPr>
        <p:spPr>
          <a:xfrm flipH="1">
            <a:off x="2957175" y="1640450"/>
            <a:ext cx="1323300" cy="1149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chemeClr val="dk1"/>
              </a:buClr>
              <a:buSzPts val="1200"/>
              <a:buFont typeface="Catamaran Light"/>
              <a:buNone/>
            </a:pPr>
            <a:r>
              <a:rPr lang="en" sz="1400">
                <a:solidFill>
                  <a:schemeClr val="lt1"/>
                </a:solidFill>
              </a:rPr>
              <a:t>Sensitive to lighting, pose, and occlusio</a:t>
            </a:r>
            <a:r>
              <a:rPr lang="en" sz="1700">
                <a:solidFill>
                  <a:schemeClr val="lt1"/>
                </a:solidFill>
              </a:rPr>
              <a:t>n</a:t>
            </a:r>
            <a:endParaRPr b="0" i="0" sz="1700" u="none" cap="none" strike="noStrike">
              <a:solidFill>
                <a:schemeClr val="lt1"/>
              </a:solidFill>
              <a:latin typeface="Catamaran Light"/>
              <a:ea typeface="Catamaran Light"/>
              <a:cs typeface="Catamaran Light"/>
              <a:sym typeface="Catamaran Light"/>
            </a:endParaRPr>
          </a:p>
        </p:txBody>
      </p:sp>
      <p:sp>
        <p:nvSpPr>
          <p:cNvPr id="250" name="Google Shape;250;p33"/>
          <p:cNvSpPr txBox="1"/>
          <p:nvPr>
            <p:ph idx="4294967295" type="subTitle"/>
          </p:nvPr>
        </p:nvSpPr>
        <p:spPr>
          <a:xfrm flipH="1">
            <a:off x="2847775" y="3238375"/>
            <a:ext cx="1323300" cy="1149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1600"/>
              </a:spcAft>
              <a:buClr>
                <a:schemeClr val="dk1"/>
              </a:buClr>
              <a:buSzPts val="1200"/>
              <a:buFont typeface="Catamaran Light"/>
              <a:buNone/>
            </a:pPr>
            <a:r>
              <a:rPr lang="en" sz="1400">
                <a:solidFill>
                  <a:schemeClr val="lt1"/>
                </a:solidFill>
              </a:rPr>
              <a:t>Hybrid models aim for speed,accuracy, and fairness</a:t>
            </a:r>
            <a:endParaRPr b="0" i="0" sz="1400" u="none" cap="none" strike="noStrike">
              <a:solidFill>
                <a:schemeClr val="lt1"/>
              </a:solidFill>
              <a:latin typeface="Catamaran Light"/>
              <a:ea typeface="Catamaran Light"/>
              <a:cs typeface="Catamaran Light"/>
              <a:sym typeface="Catamaran Light"/>
            </a:endParaRPr>
          </a:p>
        </p:txBody>
      </p:sp>
      <p:sp>
        <p:nvSpPr>
          <p:cNvPr id="251" name="Google Shape;251;p33"/>
          <p:cNvSpPr/>
          <p:nvPr/>
        </p:nvSpPr>
        <p:spPr>
          <a:xfrm>
            <a:off x="7756195" y="1726395"/>
            <a:ext cx="372159" cy="372159"/>
          </a:xfrm>
          <a:custGeom>
            <a:rect b="b" l="l" r="r" t="t"/>
            <a:pathLst>
              <a:path extrusionOk="0" h="11693" w="11693">
                <a:moveTo>
                  <a:pt x="10252" y="584"/>
                </a:moveTo>
                <a:lnTo>
                  <a:pt x="10252" y="1263"/>
                </a:lnTo>
                <a:cubicBezTo>
                  <a:pt x="10252" y="1358"/>
                  <a:pt x="10323" y="1429"/>
                  <a:pt x="10406" y="1429"/>
                </a:cubicBezTo>
                <a:lnTo>
                  <a:pt x="11097" y="1429"/>
                </a:lnTo>
                <a:lnTo>
                  <a:pt x="9609" y="2918"/>
                </a:lnTo>
                <a:lnTo>
                  <a:pt x="9001" y="2918"/>
                </a:lnTo>
                <a:lnTo>
                  <a:pt x="9978" y="1941"/>
                </a:lnTo>
                <a:cubicBezTo>
                  <a:pt x="10037" y="1882"/>
                  <a:pt x="10037" y="1751"/>
                  <a:pt x="9978" y="1691"/>
                </a:cubicBezTo>
                <a:cubicBezTo>
                  <a:pt x="9948" y="1667"/>
                  <a:pt x="9903" y="1656"/>
                  <a:pt x="9859" y="1656"/>
                </a:cubicBezTo>
                <a:cubicBezTo>
                  <a:pt x="9814" y="1656"/>
                  <a:pt x="9769" y="1667"/>
                  <a:pt x="9740" y="1691"/>
                </a:cubicBezTo>
                <a:lnTo>
                  <a:pt x="8763" y="2679"/>
                </a:lnTo>
                <a:lnTo>
                  <a:pt x="8763" y="2072"/>
                </a:lnTo>
                <a:lnTo>
                  <a:pt x="10252" y="584"/>
                </a:lnTo>
                <a:close/>
                <a:moveTo>
                  <a:pt x="4739" y="2537"/>
                </a:moveTo>
                <a:cubicBezTo>
                  <a:pt x="5894" y="2537"/>
                  <a:pt x="6942" y="2977"/>
                  <a:pt x="7739" y="3703"/>
                </a:cubicBezTo>
                <a:lnTo>
                  <a:pt x="4620" y="6811"/>
                </a:lnTo>
                <a:cubicBezTo>
                  <a:pt x="4560" y="6870"/>
                  <a:pt x="4560" y="7001"/>
                  <a:pt x="4620" y="7049"/>
                </a:cubicBezTo>
                <a:cubicBezTo>
                  <a:pt x="4656" y="7085"/>
                  <a:pt x="4703" y="7097"/>
                  <a:pt x="4739" y="7097"/>
                </a:cubicBezTo>
                <a:cubicBezTo>
                  <a:pt x="4787" y="7097"/>
                  <a:pt x="4834" y="7085"/>
                  <a:pt x="4858" y="7049"/>
                </a:cubicBezTo>
                <a:lnTo>
                  <a:pt x="5632" y="6275"/>
                </a:lnTo>
                <a:cubicBezTo>
                  <a:pt x="5775" y="6478"/>
                  <a:pt x="5846" y="6692"/>
                  <a:pt x="5846" y="6930"/>
                </a:cubicBezTo>
                <a:cubicBezTo>
                  <a:pt x="5846" y="7549"/>
                  <a:pt x="5358" y="8037"/>
                  <a:pt x="4739" y="8037"/>
                </a:cubicBezTo>
                <a:cubicBezTo>
                  <a:pt x="4132" y="8037"/>
                  <a:pt x="3644" y="7549"/>
                  <a:pt x="3644" y="6930"/>
                </a:cubicBezTo>
                <a:cubicBezTo>
                  <a:pt x="3644" y="6323"/>
                  <a:pt x="4132" y="5835"/>
                  <a:pt x="4739" y="5835"/>
                </a:cubicBezTo>
                <a:cubicBezTo>
                  <a:pt x="4822" y="5835"/>
                  <a:pt x="4882" y="5835"/>
                  <a:pt x="4953" y="5847"/>
                </a:cubicBezTo>
                <a:cubicBezTo>
                  <a:pt x="4962" y="5848"/>
                  <a:pt x="4970" y="5848"/>
                  <a:pt x="4979" y="5848"/>
                </a:cubicBezTo>
                <a:cubicBezTo>
                  <a:pt x="5055" y="5848"/>
                  <a:pt x="5133" y="5801"/>
                  <a:pt x="5144" y="5716"/>
                </a:cubicBezTo>
                <a:cubicBezTo>
                  <a:pt x="5156" y="5620"/>
                  <a:pt x="5096" y="5537"/>
                  <a:pt x="5013" y="5525"/>
                </a:cubicBezTo>
                <a:cubicBezTo>
                  <a:pt x="4918" y="5513"/>
                  <a:pt x="4834" y="5489"/>
                  <a:pt x="4739" y="5489"/>
                </a:cubicBezTo>
                <a:cubicBezTo>
                  <a:pt x="3941" y="5489"/>
                  <a:pt x="3298" y="6144"/>
                  <a:pt x="3298" y="6942"/>
                </a:cubicBezTo>
                <a:cubicBezTo>
                  <a:pt x="3298" y="7740"/>
                  <a:pt x="3953" y="8383"/>
                  <a:pt x="4739" y="8383"/>
                </a:cubicBezTo>
                <a:cubicBezTo>
                  <a:pt x="5549" y="8383"/>
                  <a:pt x="6192" y="7728"/>
                  <a:pt x="6192" y="6942"/>
                </a:cubicBezTo>
                <a:cubicBezTo>
                  <a:pt x="6192" y="6609"/>
                  <a:pt x="6084" y="6299"/>
                  <a:pt x="5870" y="6049"/>
                </a:cubicBezTo>
                <a:lnTo>
                  <a:pt x="6406" y="5513"/>
                </a:lnTo>
                <a:cubicBezTo>
                  <a:pt x="6751" y="5906"/>
                  <a:pt x="6942" y="6418"/>
                  <a:pt x="6942" y="6942"/>
                </a:cubicBezTo>
                <a:cubicBezTo>
                  <a:pt x="6942" y="8156"/>
                  <a:pt x="5965" y="9133"/>
                  <a:pt x="4739" y="9133"/>
                </a:cubicBezTo>
                <a:cubicBezTo>
                  <a:pt x="3525" y="9133"/>
                  <a:pt x="2536" y="8156"/>
                  <a:pt x="2536" y="6942"/>
                </a:cubicBezTo>
                <a:cubicBezTo>
                  <a:pt x="2536" y="5716"/>
                  <a:pt x="3525" y="4739"/>
                  <a:pt x="4739" y="4739"/>
                </a:cubicBezTo>
                <a:cubicBezTo>
                  <a:pt x="5120" y="4739"/>
                  <a:pt x="5477" y="4823"/>
                  <a:pt x="5787" y="5001"/>
                </a:cubicBezTo>
                <a:cubicBezTo>
                  <a:pt x="5812" y="5016"/>
                  <a:pt x="5840" y="5022"/>
                  <a:pt x="5868" y="5022"/>
                </a:cubicBezTo>
                <a:cubicBezTo>
                  <a:pt x="5930" y="5022"/>
                  <a:pt x="5992" y="4988"/>
                  <a:pt x="6025" y="4930"/>
                </a:cubicBezTo>
                <a:cubicBezTo>
                  <a:pt x="6073" y="4834"/>
                  <a:pt x="6037" y="4739"/>
                  <a:pt x="5953" y="4692"/>
                </a:cubicBezTo>
                <a:cubicBezTo>
                  <a:pt x="5572" y="4501"/>
                  <a:pt x="5156" y="4370"/>
                  <a:pt x="4739" y="4370"/>
                </a:cubicBezTo>
                <a:cubicBezTo>
                  <a:pt x="3346" y="4370"/>
                  <a:pt x="2203" y="5525"/>
                  <a:pt x="2203" y="6918"/>
                </a:cubicBezTo>
                <a:cubicBezTo>
                  <a:pt x="2203" y="8323"/>
                  <a:pt x="3346" y="9466"/>
                  <a:pt x="4739" y="9466"/>
                </a:cubicBezTo>
                <a:cubicBezTo>
                  <a:pt x="6144" y="9466"/>
                  <a:pt x="7287" y="8323"/>
                  <a:pt x="7287" y="6918"/>
                </a:cubicBezTo>
                <a:cubicBezTo>
                  <a:pt x="7287" y="6299"/>
                  <a:pt x="7061" y="5716"/>
                  <a:pt x="6668" y="5239"/>
                </a:cubicBezTo>
                <a:lnTo>
                  <a:pt x="7204" y="4704"/>
                </a:lnTo>
                <a:cubicBezTo>
                  <a:pt x="7751" y="5311"/>
                  <a:pt x="8049" y="6085"/>
                  <a:pt x="8049" y="6918"/>
                </a:cubicBezTo>
                <a:cubicBezTo>
                  <a:pt x="8049" y="8740"/>
                  <a:pt x="6561" y="10228"/>
                  <a:pt x="4739" y="10228"/>
                </a:cubicBezTo>
                <a:cubicBezTo>
                  <a:pt x="2929" y="10228"/>
                  <a:pt x="1441" y="8740"/>
                  <a:pt x="1441" y="6918"/>
                </a:cubicBezTo>
                <a:cubicBezTo>
                  <a:pt x="1441" y="5108"/>
                  <a:pt x="2929" y="3620"/>
                  <a:pt x="4739" y="3620"/>
                </a:cubicBezTo>
                <a:cubicBezTo>
                  <a:pt x="5382" y="3620"/>
                  <a:pt x="5989" y="3799"/>
                  <a:pt x="6525" y="4132"/>
                </a:cubicBezTo>
                <a:cubicBezTo>
                  <a:pt x="6558" y="4151"/>
                  <a:pt x="6594" y="4161"/>
                  <a:pt x="6628" y="4161"/>
                </a:cubicBezTo>
                <a:cubicBezTo>
                  <a:pt x="6679" y="4161"/>
                  <a:pt x="6727" y="4139"/>
                  <a:pt x="6763" y="4096"/>
                </a:cubicBezTo>
                <a:cubicBezTo>
                  <a:pt x="6811" y="4025"/>
                  <a:pt x="6799" y="3918"/>
                  <a:pt x="6727" y="3858"/>
                </a:cubicBezTo>
                <a:cubicBezTo>
                  <a:pt x="6144" y="3477"/>
                  <a:pt x="5453" y="3275"/>
                  <a:pt x="4763" y="3275"/>
                </a:cubicBezTo>
                <a:cubicBezTo>
                  <a:pt x="2751" y="3275"/>
                  <a:pt x="1108" y="4918"/>
                  <a:pt x="1108" y="6918"/>
                </a:cubicBezTo>
                <a:cubicBezTo>
                  <a:pt x="1108" y="8930"/>
                  <a:pt x="2751" y="10573"/>
                  <a:pt x="4763" y="10573"/>
                </a:cubicBezTo>
                <a:cubicBezTo>
                  <a:pt x="6763" y="10573"/>
                  <a:pt x="8406" y="8930"/>
                  <a:pt x="8406" y="6918"/>
                </a:cubicBezTo>
                <a:cubicBezTo>
                  <a:pt x="8406" y="6013"/>
                  <a:pt x="8061" y="5132"/>
                  <a:pt x="7454" y="4465"/>
                </a:cubicBezTo>
                <a:lnTo>
                  <a:pt x="7989" y="3930"/>
                </a:lnTo>
                <a:cubicBezTo>
                  <a:pt x="8704" y="4739"/>
                  <a:pt x="9144" y="5775"/>
                  <a:pt x="9144" y="6942"/>
                </a:cubicBezTo>
                <a:cubicBezTo>
                  <a:pt x="9144" y="9359"/>
                  <a:pt x="7168" y="11347"/>
                  <a:pt x="4739" y="11347"/>
                </a:cubicBezTo>
                <a:cubicBezTo>
                  <a:pt x="2322" y="11347"/>
                  <a:pt x="334" y="9359"/>
                  <a:pt x="334" y="6942"/>
                </a:cubicBezTo>
                <a:cubicBezTo>
                  <a:pt x="334" y="4513"/>
                  <a:pt x="2322" y="2537"/>
                  <a:pt x="4739" y="2537"/>
                </a:cubicBezTo>
                <a:close/>
                <a:moveTo>
                  <a:pt x="10403" y="1"/>
                </a:moveTo>
                <a:cubicBezTo>
                  <a:pt x="10360" y="1"/>
                  <a:pt x="10315" y="16"/>
                  <a:pt x="10275" y="48"/>
                </a:cubicBezTo>
                <a:lnTo>
                  <a:pt x="8466" y="1882"/>
                </a:lnTo>
                <a:cubicBezTo>
                  <a:pt x="8430" y="1906"/>
                  <a:pt x="8418" y="1953"/>
                  <a:pt x="8418" y="1989"/>
                </a:cubicBezTo>
                <a:lnTo>
                  <a:pt x="8418" y="3025"/>
                </a:lnTo>
                <a:lnTo>
                  <a:pt x="7978" y="3465"/>
                </a:lnTo>
                <a:cubicBezTo>
                  <a:pt x="7120" y="2679"/>
                  <a:pt x="5989" y="2203"/>
                  <a:pt x="4739" y="2203"/>
                </a:cubicBezTo>
                <a:cubicBezTo>
                  <a:pt x="2120" y="2203"/>
                  <a:pt x="0" y="4334"/>
                  <a:pt x="0" y="6954"/>
                </a:cubicBezTo>
                <a:cubicBezTo>
                  <a:pt x="0" y="9573"/>
                  <a:pt x="2120" y="11692"/>
                  <a:pt x="4739" y="11692"/>
                </a:cubicBezTo>
                <a:cubicBezTo>
                  <a:pt x="7358" y="11692"/>
                  <a:pt x="9490" y="9573"/>
                  <a:pt x="9490" y="6954"/>
                </a:cubicBezTo>
                <a:cubicBezTo>
                  <a:pt x="9490" y="5704"/>
                  <a:pt x="9013" y="4573"/>
                  <a:pt x="8228" y="3715"/>
                </a:cubicBezTo>
                <a:lnTo>
                  <a:pt x="8668" y="3275"/>
                </a:lnTo>
                <a:lnTo>
                  <a:pt x="9704" y="3275"/>
                </a:lnTo>
                <a:cubicBezTo>
                  <a:pt x="9740" y="3275"/>
                  <a:pt x="9787" y="3263"/>
                  <a:pt x="9823" y="3227"/>
                </a:cubicBezTo>
                <a:lnTo>
                  <a:pt x="11645" y="1394"/>
                </a:lnTo>
                <a:cubicBezTo>
                  <a:pt x="11680" y="1346"/>
                  <a:pt x="11692" y="1263"/>
                  <a:pt x="11668" y="1203"/>
                </a:cubicBezTo>
                <a:cubicBezTo>
                  <a:pt x="11633" y="1144"/>
                  <a:pt x="11573" y="1096"/>
                  <a:pt x="11502" y="1096"/>
                </a:cubicBezTo>
                <a:lnTo>
                  <a:pt x="10573" y="1096"/>
                </a:lnTo>
                <a:lnTo>
                  <a:pt x="10573" y="179"/>
                </a:lnTo>
                <a:cubicBezTo>
                  <a:pt x="10573" y="108"/>
                  <a:pt x="10537" y="48"/>
                  <a:pt x="10466" y="12"/>
                </a:cubicBezTo>
                <a:cubicBezTo>
                  <a:pt x="10446" y="5"/>
                  <a:pt x="10425" y="1"/>
                  <a:pt x="10403"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2" name="Google Shape;252;p33"/>
          <p:cNvPicPr preferRelativeResize="0"/>
          <p:nvPr/>
        </p:nvPicPr>
        <p:blipFill>
          <a:blip r:embed="rId3">
            <a:alphaModFix/>
          </a:blip>
          <a:stretch>
            <a:fillRect/>
          </a:stretch>
        </p:blipFill>
        <p:spPr>
          <a:xfrm>
            <a:off x="4165450" y="2703790"/>
            <a:ext cx="813075" cy="631585"/>
          </a:xfrm>
          <a:prstGeom prst="rect">
            <a:avLst/>
          </a:prstGeom>
          <a:solidFill>
            <a:schemeClr val="lt1"/>
          </a:solid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p:nvPr/>
        </p:nvSpPr>
        <p:spPr>
          <a:xfrm>
            <a:off x="5885400" y="810700"/>
            <a:ext cx="1329600" cy="4370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4"/>
          <p:cNvSpPr/>
          <p:nvPr/>
        </p:nvSpPr>
        <p:spPr>
          <a:xfrm>
            <a:off x="0" y="0"/>
            <a:ext cx="1329600" cy="4370100"/>
          </a:xfrm>
          <a:prstGeom prst="rect">
            <a:avLst/>
          </a:prstGeom>
          <a:solidFill>
            <a:srgbClr val="151F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4"/>
          <p:cNvSpPr txBox="1"/>
          <p:nvPr>
            <p:ph type="ctrTitle"/>
          </p:nvPr>
        </p:nvSpPr>
        <p:spPr>
          <a:xfrm>
            <a:off x="1672926" y="2270650"/>
            <a:ext cx="4599600" cy="923400"/>
          </a:xfrm>
          <a:prstGeom prst="rect">
            <a:avLst/>
          </a:prstGeom>
          <a:noFill/>
          <a:ln>
            <a:noFill/>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2400"/>
              <a:buNone/>
            </a:pPr>
            <a:r>
              <a:rPr lang="en" sz="4800"/>
              <a:t>THANK YOU!</a:t>
            </a:r>
            <a:endParaRPr sz="4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gineering Project Proposal by Slidesgo">
  <a:themeElements>
    <a:clrScheme name="Simple Light">
      <a:dk1>
        <a:srgbClr val="434343"/>
      </a:dk1>
      <a:lt1>
        <a:srgbClr val="FFFFFF"/>
      </a:lt1>
      <a:dk2>
        <a:srgbClr val="595959"/>
      </a:dk2>
      <a:lt2>
        <a:srgbClr val="EEEEEE"/>
      </a:lt2>
      <a:accent1>
        <a:srgbClr val="908269"/>
      </a:accent1>
      <a:accent2>
        <a:srgbClr val="212121"/>
      </a:accent2>
      <a:accent3>
        <a:srgbClr val="CFC3AC"/>
      </a:accent3>
      <a:accent4>
        <a:srgbClr val="976E26"/>
      </a:accent4>
      <a:accent5>
        <a:srgbClr val="927D59"/>
      </a:accent5>
      <a:accent6>
        <a:srgbClr val="584F3E"/>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